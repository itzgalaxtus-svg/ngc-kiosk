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E187F7F-99A1-4B8D-9922-A742D5D1C085}">
          <p14:sldIdLst>
            <p14:sldId id="256"/>
            <p14:sldId id="257"/>
            <p14:sldId id="258"/>
            <p14:sldId id="260"/>
            <p14:sldId id="261"/>
            <p14:sldId id="259"/>
            <p14:sldId id="262"/>
            <p14:sldId id="263"/>
          </p14:sldIdLst>
        </p14:section>
        <p14:section name="Untitled Section" id="{3AD32002-E2FA-423B-A7BA-5CA2DCE575EC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ECC072-276D-3BE2-2D4F-A4DBBC927FC9}" v="29" dt="2026-10-19T13:00:56.6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 Ohason (s2330027)" userId="S::s2330027@students.ncl-coll.ac.uk::005c2b39-8dff-4d5b-aedb-542968da7501" providerId="AD" clId="Web-{BD658F04-F7DC-273E-A545-63D09CC8374F}"/>
    <pc:docChg chg="addSld modSld">
      <pc:chgData name="Victor  Ohason (s2330027)" userId="S::s2330027@students.ncl-coll.ac.uk::005c2b39-8dff-4d5b-aedb-542968da7501" providerId="AD" clId="Web-{BD658F04-F7DC-273E-A545-63D09CC8374F}" dt="2026-10-13T11:38:08.336" v="504"/>
      <pc:docMkLst>
        <pc:docMk/>
      </pc:docMkLst>
      <pc:sldChg chg="addSp delSp modSp mod setBg">
        <pc:chgData name="Victor  Ohason (s2330027)" userId="S::s2330027@students.ncl-coll.ac.uk::005c2b39-8dff-4d5b-aedb-542968da7501" providerId="AD" clId="Web-{BD658F04-F7DC-273E-A545-63D09CC8374F}" dt="2026-10-13T09:12:43.103" v="22"/>
        <pc:sldMkLst>
          <pc:docMk/>
          <pc:sldMk cId="109857222" sldId="256"/>
        </pc:sldMkLst>
        <pc:spChg chg="mod">
          <ac:chgData name="Victor  Ohason (s2330027)" userId="S::s2330027@students.ncl-coll.ac.uk::005c2b39-8dff-4d5b-aedb-542968da7501" providerId="AD" clId="Web-{BD658F04-F7DC-273E-A545-63D09CC8374F}" dt="2026-10-13T09:12:43.103" v="22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Victor  Ohason (s2330027)" userId="S::s2330027@students.ncl-coll.ac.uk::005c2b39-8dff-4d5b-aedb-542968da7501" providerId="AD" clId="Web-{BD658F04-F7DC-273E-A545-63D09CC8374F}" dt="2026-10-13T09:12:43.103" v="22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Victor  Ohason (s2330027)" userId="S::s2330027@students.ncl-coll.ac.uk::005c2b39-8dff-4d5b-aedb-542968da7501" providerId="AD" clId="Web-{BD658F04-F7DC-273E-A545-63D09CC8374F}" dt="2026-10-13T09:12:43.103" v="22"/>
          <ac:spMkLst>
            <pc:docMk/>
            <pc:sldMk cId="109857222" sldId="256"/>
            <ac:spMk id="15" creationId="{F609FF9A-4FCE-468E-A86A-C9AB525EAE71}"/>
          </ac:spMkLst>
        </pc:spChg>
        <pc:spChg chg="add">
          <ac:chgData name="Victor  Ohason (s2330027)" userId="S::s2330027@students.ncl-coll.ac.uk::005c2b39-8dff-4d5b-aedb-542968da7501" providerId="AD" clId="Web-{BD658F04-F7DC-273E-A545-63D09CC8374F}" dt="2026-10-13T09:12:43.103" v="22"/>
          <ac:spMkLst>
            <pc:docMk/>
            <pc:sldMk cId="109857222" sldId="256"/>
            <ac:spMk id="16" creationId="{021E12D4-3A88-428D-8E5E-AF1AFD923D63}"/>
          </ac:spMkLst>
        </pc:spChg>
        <pc:picChg chg="add">
          <ac:chgData name="Victor  Ohason (s2330027)" userId="S::s2330027@students.ncl-coll.ac.uk::005c2b39-8dff-4d5b-aedb-542968da7501" providerId="AD" clId="Web-{BD658F04-F7DC-273E-A545-63D09CC8374F}" dt="2026-10-13T09:12:43.103" v="22"/>
          <ac:picMkLst>
            <pc:docMk/>
            <pc:sldMk cId="109857222" sldId="256"/>
            <ac:picMk id="17" creationId="{6977BD1E-8177-71D0-E8B9-3AFC83D25721}"/>
          </ac:picMkLst>
        </pc:picChg>
      </pc:sldChg>
      <pc:sldChg chg="addSp delSp modSp new mod setBg">
        <pc:chgData name="Victor  Ohason (s2330027)" userId="S::s2330027@students.ncl-coll.ac.uk::005c2b39-8dff-4d5b-aedb-542968da7501" providerId="AD" clId="Web-{BD658F04-F7DC-273E-A545-63D09CC8374F}" dt="2026-10-13T09:30:35.933" v="147" actId="20577"/>
        <pc:sldMkLst>
          <pc:docMk/>
          <pc:sldMk cId="3126837259" sldId="257"/>
        </pc:sldMkLst>
        <pc:spChg chg="mod">
          <ac:chgData name="Victor  Ohason (s2330027)" userId="S::s2330027@students.ncl-coll.ac.uk::005c2b39-8dff-4d5b-aedb-542968da7501" providerId="AD" clId="Web-{BD658F04-F7DC-273E-A545-63D09CC8374F}" dt="2026-10-13T09:18:44.708" v="83"/>
          <ac:spMkLst>
            <pc:docMk/>
            <pc:sldMk cId="3126837259" sldId="257"/>
            <ac:spMk id="2" creationId="{59CD28C7-DC3E-1929-46AA-05B920D3DC77}"/>
          </ac:spMkLst>
        </pc:spChg>
        <pc:spChg chg="add">
          <ac:chgData name="Victor  Ohason (s2330027)" userId="S::s2330027@students.ncl-coll.ac.uk::005c2b39-8dff-4d5b-aedb-542968da7501" providerId="AD" clId="Web-{BD658F04-F7DC-273E-A545-63D09CC8374F}" dt="2026-10-13T09:18:44.708" v="83"/>
          <ac:spMkLst>
            <pc:docMk/>
            <pc:sldMk cId="3126837259" sldId="257"/>
            <ac:spMk id="9" creationId="{0C541B88-1AE9-40C3-AFD5-967787C1979F}"/>
          </ac:spMkLst>
        </pc:spChg>
        <pc:spChg chg="add">
          <ac:chgData name="Victor  Ohason (s2330027)" userId="S::s2330027@students.ncl-coll.ac.uk::005c2b39-8dff-4d5b-aedb-542968da7501" providerId="AD" clId="Web-{BD658F04-F7DC-273E-A545-63D09CC8374F}" dt="2026-10-13T09:18:44.708" v="83"/>
          <ac:spMkLst>
            <pc:docMk/>
            <pc:sldMk cId="3126837259" sldId="257"/>
            <ac:spMk id="11" creationId="{E5F17139-31EE-46AC-B04F-DBBD852DD6CB}"/>
          </ac:spMkLst>
        </pc:spChg>
        <pc:spChg chg="add">
          <ac:chgData name="Victor  Ohason (s2330027)" userId="S::s2330027@students.ncl-coll.ac.uk::005c2b39-8dff-4d5b-aedb-542968da7501" providerId="AD" clId="Web-{BD658F04-F7DC-273E-A545-63D09CC8374F}" dt="2026-10-13T09:18:44.708" v="83"/>
          <ac:spMkLst>
            <pc:docMk/>
            <pc:sldMk cId="3126837259" sldId="257"/>
            <ac:spMk id="17" creationId="{89D16701-DA76-4F72-BB63-E2C3FFBDFE0F}"/>
          </ac:spMkLst>
        </pc:spChg>
        <pc:spChg chg="add">
          <ac:chgData name="Victor  Ohason (s2330027)" userId="S::s2330027@students.ncl-coll.ac.uk::005c2b39-8dff-4d5b-aedb-542968da7501" providerId="AD" clId="Web-{BD658F04-F7DC-273E-A545-63D09CC8374F}" dt="2026-10-13T09:18:44.708" v="83"/>
          <ac:spMkLst>
            <pc:docMk/>
            <pc:sldMk cId="3126837259" sldId="257"/>
            <ac:spMk id="19" creationId="{1CC28BE1-9DC6-43FE-9582-39F091098D77}"/>
          </ac:spMkLst>
        </pc:spChg>
        <pc:grpChg chg="add">
          <ac:chgData name="Victor  Ohason (s2330027)" userId="S::s2330027@students.ncl-coll.ac.uk::005c2b39-8dff-4d5b-aedb-542968da7501" providerId="AD" clId="Web-{BD658F04-F7DC-273E-A545-63D09CC8374F}" dt="2026-10-13T09:18:44.708" v="83"/>
          <ac:grpSpMkLst>
            <pc:docMk/>
            <pc:sldMk cId="3126837259" sldId="257"/>
            <ac:grpSpMk id="13" creationId="{7CF625D3-71A3-4F30-A096-8EF334E959D0}"/>
          </ac:grpSpMkLst>
        </pc:grpChg>
        <pc:grpChg chg="add">
          <ac:chgData name="Victor  Ohason (s2330027)" userId="S::s2330027@students.ncl-coll.ac.uk::005c2b39-8dff-4d5b-aedb-542968da7501" providerId="AD" clId="Web-{BD658F04-F7DC-273E-A545-63D09CC8374F}" dt="2026-10-13T09:18:44.708" v="83"/>
          <ac:grpSpMkLst>
            <pc:docMk/>
            <pc:sldMk cId="3126837259" sldId="257"/>
            <ac:grpSpMk id="21" creationId="{AF9AF3F3-CE0C-4125-BDD7-346487FA0B40}"/>
          </ac:grpSpMkLst>
        </pc:grpChg>
        <pc:graphicFrameChg chg="add modGraphic">
          <ac:chgData name="Victor  Ohason (s2330027)" userId="S::s2330027@students.ncl-coll.ac.uk::005c2b39-8dff-4d5b-aedb-542968da7501" providerId="AD" clId="Web-{BD658F04-F7DC-273E-A545-63D09CC8374F}" dt="2026-10-13T09:30:35.933" v="147" actId="20577"/>
          <ac:graphicFrameMkLst>
            <pc:docMk/>
            <pc:sldMk cId="3126837259" sldId="257"/>
            <ac:graphicFrameMk id="5" creationId="{57F17A16-6C2B-238C-4822-12CB36C1E235}"/>
          </ac:graphicFrameMkLst>
        </pc:graphicFrameChg>
      </pc:sldChg>
      <pc:sldChg chg="addSp delSp modSp new mod setBg setClrOvrMap">
        <pc:chgData name="Victor  Ohason (s2330027)" userId="S::s2330027@students.ncl-coll.ac.uk::005c2b39-8dff-4d5b-aedb-542968da7501" providerId="AD" clId="Web-{BD658F04-F7DC-273E-A545-63D09CC8374F}" dt="2026-10-13T09:19:39.054" v="93"/>
        <pc:sldMkLst>
          <pc:docMk/>
          <pc:sldMk cId="2114194874" sldId="258"/>
        </pc:sldMkLst>
        <pc:spChg chg="mod">
          <ac:chgData name="Victor  Ohason (s2330027)" userId="S::s2330027@students.ncl-coll.ac.uk::005c2b39-8dff-4d5b-aedb-542968da7501" providerId="AD" clId="Web-{BD658F04-F7DC-273E-A545-63D09CC8374F}" dt="2026-10-13T09:19:39.054" v="93"/>
          <ac:spMkLst>
            <pc:docMk/>
            <pc:sldMk cId="2114194874" sldId="258"/>
            <ac:spMk id="2" creationId="{9F75A2B0-8A2D-8F24-E8FE-776DF959B93E}"/>
          </ac:spMkLst>
        </pc:spChg>
        <pc:spChg chg="add">
          <ac:chgData name="Victor  Ohason (s2330027)" userId="S::s2330027@students.ncl-coll.ac.uk::005c2b39-8dff-4d5b-aedb-542968da7501" providerId="AD" clId="Web-{BD658F04-F7DC-273E-A545-63D09CC8374F}" dt="2026-10-13T09:19:39.054" v="93"/>
          <ac:spMkLst>
            <pc:docMk/>
            <pc:sldMk cId="2114194874" sldId="258"/>
            <ac:spMk id="21" creationId="{9228552E-C8B1-4A80-8448-0787CE0FC704}"/>
          </ac:spMkLst>
        </pc:spChg>
        <pc:graphicFrameChg chg="add mod modGraphic">
          <ac:chgData name="Victor  Ohason (s2330027)" userId="S::s2330027@students.ncl-coll.ac.uk::005c2b39-8dff-4d5b-aedb-542968da7501" providerId="AD" clId="Web-{BD658F04-F7DC-273E-A545-63D09CC8374F}" dt="2026-10-13T09:19:39.054" v="93"/>
          <ac:graphicFrameMkLst>
            <pc:docMk/>
            <pc:sldMk cId="2114194874" sldId="258"/>
            <ac:graphicFrameMk id="5" creationId="{A2482FB9-C01B-C857-0E12-AF56C52FB776}"/>
          </ac:graphicFrameMkLst>
        </pc:graphicFrameChg>
        <pc:picChg chg="add">
          <ac:chgData name="Victor  Ohason (s2330027)" userId="S::s2330027@students.ncl-coll.ac.uk::005c2b39-8dff-4d5b-aedb-542968da7501" providerId="AD" clId="Web-{BD658F04-F7DC-273E-A545-63D09CC8374F}" dt="2026-10-13T09:19:39.054" v="93"/>
          <ac:picMkLst>
            <pc:docMk/>
            <pc:sldMk cId="2114194874" sldId="258"/>
            <ac:picMk id="17" creationId="{A1E1167E-1048-15F2-690B-97E800DFB674}"/>
          </ac:picMkLst>
        </pc:picChg>
      </pc:sldChg>
      <pc:sldChg chg="addSp modSp add mod replId setBg">
        <pc:chgData name="Victor  Ohason (s2330027)" userId="S::s2330027@students.ncl-coll.ac.uk::005c2b39-8dff-4d5b-aedb-542968da7501" providerId="AD" clId="Web-{BD658F04-F7DC-273E-A545-63D09CC8374F}" dt="2026-10-13T09:23:02.231" v="134"/>
        <pc:sldMkLst>
          <pc:docMk/>
          <pc:sldMk cId="3822977188" sldId="259"/>
        </pc:sldMkLst>
        <pc:spChg chg="mod">
          <ac:chgData name="Victor  Ohason (s2330027)" userId="S::s2330027@students.ncl-coll.ac.uk::005c2b39-8dff-4d5b-aedb-542968da7501" providerId="AD" clId="Web-{BD658F04-F7DC-273E-A545-63D09CC8374F}" dt="2026-10-13T09:23:02.231" v="134"/>
          <ac:spMkLst>
            <pc:docMk/>
            <pc:sldMk cId="3822977188" sldId="259"/>
            <ac:spMk id="2" creationId="{652F9F8C-EB83-3E9B-C174-9C0FA75B200B}"/>
          </ac:spMkLst>
        </pc:spChg>
        <pc:spChg chg="mod">
          <ac:chgData name="Victor  Ohason (s2330027)" userId="S::s2330027@students.ncl-coll.ac.uk::005c2b39-8dff-4d5b-aedb-542968da7501" providerId="AD" clId="Web-{BD658F04-F7DC-273E-A545-63D09CC8374F}" dt="2026-10-13T09:23:02.231" v="134"/>
          <ac:spMkLst>
            <pc:docMk/>
            <pc:sldMk cId="3822977188" sldId="259"/>
            <ac:spMk id="3" creationId="{17EEE02E-31D6-C029-AB88-FAD66FEEBAA0}"/>
          </ac:spMkLst>
        </pc:spChg>
        <pc:spChg chg="add">
          <ac:chgData name="Victor  Ohason (s2330027)" userId="S::s2330027@students.ncl-coll.ac.uk::005c2b39-8dff-4d5b-aedb-542968da7501" providerId="AD" clId="Web-{BD658F04-F7DC-273E-A545-63D09CC8374F}" dt="2026-10-13T09:23:02.231" v="134"/>
          <ac:spMkLst>
            <pc:docMk/>
            <pc:sldMk cId="3822977188" sldId="259"/>
            <ac:spMk id="9" creationId="{9F7D5CDA-D291-4307-BF55-1381FED29634}"/>
          </ac:spMkLst>
        </pc:spChg>
        <pc:spChg chg="add">
          <ac:chgData name="Victor  Ohason (s2330027)" userId="S::s2330027@students.ncl-coll.ac.uk::005c2b39-8dff-4d5b-aedb-542968da7501" providerId="AD" clId="Web-{BD658F04-F7DC-273E-A545-63D09CC8374F}" dt="2026-10-13T09:23:02.231" v="134"/>
          <ac:spMkLst>
            <pc:docMk/>
            <pc:sldMk cId="3822977188" sldId="259"/>
            <ac:spMk id="11" creationId="{59B296B9-C5A5-4E4F-9B60-C907B5F1466C}"/>
          </ac:spMkLst>
        </pc:spChg>
        <pc:spChg chg="add">
          <ac:chgData name="Victor  Ohason (s2330027)" userId="S::s2330027@students.ncl-coll.ac.uk::005c2b39-8dff-4d5b-aedb-542968da7501" providerId="AD" clId="Web-{BD658F04-F7DC-273E-A545-63D09CC8374F}" dt="2026-10-13T09:23:02.231" v="134"/>
          <ac:spMkLst>
            <pc:docMk/>
            <pc:sldMk cId="3822977188" sldId="259"/>
            <ac:spMk id="13" creationId="{D0300FD3-5AF1-6305-15FA-9078072672E2}"/>
          </ac:spMkLst>
        </pc:spChg>
        <pc:picChg chg="add">
          <ac:chgData name="Victor  Ohason (s2330027)" userId="S::s2330027@students.ncl-coll.ac.uk::005c2b39-8dff-4d5b-aedb-542968da7501" providerId="AD" clId="Web-{BD658F04-F7DC-273E-A545-63D09CC8374F}" dt="2026-10-13T09:23:02.231" v="134"/>
          <ac:picMkLst>
            <pc:docMk/>
            <pc:sldMk cId="3822977188" sldId="259"/>
            <ac:picMk id="5" creationId="{B3CA29BD-1240-A99F-2BC4-02FB55F5B8AB}"/>
          </ac:picMkLst>
        </pc:picChg>
      </pc:sldChg>
      <pc:sldChg chg="addSp delSp modSp new mod setBg">
        <pc:chgData name="Victor  Ohason (s2330027)" userId="S::s2330027@students.ncl-coll.ac.uk::005c2b39-8dff-4d5b-aedb-542968da7501" providerId="AD" clId="Web-{BD658F04-F7DC-273E-A545-63D09CC8374F}" dt="2026-10-13T09:20:50.946" v="118"/>
        <pc:sldMkLst>
          <pc:docMk/>
          <pc:sldMk cId="223832732" sldId="260"/>
        </pc:sldMkLst>
        <pc:spChg chg="mod">
          <ac:chgData name="Victor  Ohason (s2330027)" userId="S::s2330027@students.ncl-coll.ac.uk::005c2b39-8dff-4d5b-aedb-542968da7501" providerId="AD" clId="Web-{BD658F04-F7DC-273E-A545-63D09CC8374F}" dt="2026-10-13T09:20:50.946" v="118"/>
          <ac:spMkLst>
            <pc:docMk/>
            <pc:sldMk cId="223832732" sldId="260"/>
            <ac:spMk id="2" creationId="{F066B6FA-5ACC-6A48-735A-D468A54D8FA2}"/>
          </ac:spMkLst>
        </pc:spChg>
        <pc:spChg chg="add">
          <ac:chgData name="Victor  Ohason (s2330027)" userId="S::s2330027@students.ncl-coll.ac.uk::005c2b39-8dff-4d5b-aedb-542968da7501" providerId="AD" clId="Web-{BD658F04-F7DC-273E-A545-63D09CC8374F}" dt="2026-10-13T09:20:50.946" v="118"/>
          <ac:spMkLst>
            <pc:docMk/>
            <pc:sldMk cId="223832732" sldId="260"/>
            <ac:spMk id="9" creationId="{35DB3719-6FDC-4E5D-891D-FF40B7300F64}"/>
          </ac:spMkLst>
        </pc:spChg>
        <pc:spChg chg="add">
          <ac:chgData name="Victor  Ohason (s2330027)" userId="S::s2330027@students.ncl-coll.ac.uk::005c2b39-8dff-4d5b-aedb-542968da7501" providerId="AD" clId="Web-{BD658F04-F7DC-273E-A545-63D09CC8374F}" dt="2026-10-13T09:20:50.946" v="118"/>
          <ac:spMkLst>
            <pc:docMk/>
            <pc:sldMk cId="223832732" sldId="260"/>
            <ac:spMk id="11" creationId="{E0CBAC23-2E3F-4A90-BA59-F8299F6A5439}"/>
          </ac:spMkLst>
        </pc:spChg>
        <pc:graphicFrameChg chg="add">
          <ac:chgData name="Victor  Ohason (s2330027)" userId="S::s2330027@students.ncl-coll.ac.uk::005c2b39-8dff-4d5b-aedb-542968da7501" providerId="AD" clId="Web-{BD658F04-F7DC-273E-A545-63D09CC8374F}" dt="2026-10-13T09:20:50.946" v="118"/>
          <ac:graphicFrameMkLst>
            <pc:docMk/>
            <pc:sldMk cId="223832732" sldId="260"/>
            <ac:graphicFrameMk id="5" creationId="{8DABF8A9-9355-1DED-F90F-FFF9CE25EC02}"/>
          </ac:graphicFrameMkLst>
        </pc:graphicFrameChg>
      </pc:sldChg>
      <pc:sldChg chg="addSp delSp modSp new mod setBg">
        <pc:chgData name="Victor  Ohason (s2330027)" userId="S::s2330027@students.ncl-coll.ac.uk::005c2b39-8dff-4d5b-aedb-542968da7501" providerId="AD" clId="Web-{BD658F04-F7DC-273E-A545-63D09CC8374F}" dt="2026-10-13T09:22:44.855" v="133"/>
        <pc:sldMkLst>
          <pc:docMk/>
          <pc:sldMk cId="2117036696" sldId="261"/>
        </pc:sldMkLst>
        <pc:spChg chg="mod">
          <ac:chgData name="Victor  Ohason (s2330027)" userId="S::s2330027@students.ncl-coll.ac.uk::005c2b39-8dff-4d5b-aedb-542968da7501" providerId="AD" clId="Web-{BD658F04-F7DC-273E-A545-63D09CC8374F}" dt="2026-10-13T09:22:44.855" v="133"/>
          <ac:spMkLst>
            <pc:docMk/>
            <pc:sldMk cId="2117036696" sldId="261"/>
            <ac:spMk id="2" creationId="{750B34D9-4718-C056-B8A3-2CF17E555A54}"/>
          </ac:spMkLst>
        </pc:spChg>
        <pc:spChg chg="mod">
          <ac:chgData name="Victor  Ohason (s2330027)" userId="S::s2330027@students.ncl-coll.ac.uk::005c2b39-8dff-4d5b-aedb-542968da7501" providerId="AD" clId="Web-{BD658F04-F7DC-273E-A545-63D09CC8374F}" dt="2026-10-13T09:22:44.855" v="133"/>
          <ac:spMkLst>
            <pc:docMk/>
            <pc:sldMk cId="2117036696" sldId="261"/>
            <ac:spMk id="3" creationId="{832C136B-85A2-321C-50E9-43E15C13E508}"/>
          </ac:spMkLst>
        </pc:spChg>
        <pc:spChg chg="add">
          <ac:chgData name="Victor  Ohason (s2330027)" userId="S::s2330027@students.ncl-coll.ac.uk::005c2b39-8dff-4d5b-aedb-542968da7501" providerId="AD" clId="Web-{BD658F04-F7DC-273E-A545-63D09CC8374F}" dt="2026-10-13T09:22:44.855" v="133"/>
          <ac:spMkLst>
            <pc:docMk/>
            <pc:sldMk cId="2117036696" sldId="261"/>
            <ac:spMk id="12" creationId="{9DD005C1-8C51-42D6-9BEE-B9B83849743D}"/>
          </ac:spMkLst>
        </pc:spChg>
        <pc:spChg chg="add">
          <ac:chgData name="Victor  Ohason (s2330027)" userId="S::s2330027@students.ncl-coll.ac.uk::005c2b39-8dff-4d5b-aedb-542968da7501" providerId="AD" clId="Web-{BD658F04-F7DC-273E-A545-63D09CC8374F}" dt="2026-10-13T09:22:44.855" v="133"/>
          <ac:spMkLst>
            <pc:docMk/>
            <pc:sldMk cId="2117036696" sldId="261"/>
            <ac:spMk id="13" creationId="{A7AE9375-4664-4DB2-922D-2782A6E439AC}"/>
          </ac:spMkLst>
        </pc:spChg>
        <pc:cxnChg chg="add">
          <ac:chgData name="Victor  Ohason (s2330027)" userId="S::s2330027@students.ncl-coll.ac.uk::005c2b39-8dff-4d5b-aedb-542968da7501" providerId="AD" clId="Web-{BD658F04-F7DC-273E-A545-63D09CC8374F}" dt="2026-10-13T09:22:44.855" v="133"/>
          <ac:cxnSpMkLst>
            <pc:docMk/>
            <pc:sldMk cId="2117036696" sldId="261"/>
            <ac:cxnSpMk id="14" creationId="{EE504C98-6397-41C1-A8D8-2D9C4ED307E0}"/>
          </ac:cxnSpMkLst>
        </pc:cxnChg>
      </pc:sldChg>
      <pc:sldChg chg="addSp modSp new mod setBg">
        <pc:chgData name="Victor  Ohason (s2330027)" userId="S::s2330027@students.ncl-coll.ac.uk::005c2b39-8dff-4d5b-aedb-542968da7501" providerId="AD" clId="Web-{BD658F04-F7DC-273E-A545-63D09CC8374F}" dt="2026-10-13T11:31:18.653" v="321" actId="20577"/>
        <pc:sldMkLst>
          <pc:docMk/>
          <pc:sldMk cId="3626117127" sldId="262"/>
        </pc:sldMkLst>
        <pc:spChg chg="mod">
          <ac:chgData name="Victor  Ohason (s2330027)" userId="S::s2330027@students.ncl-coll.ac.uk::005c2b39-8dff-4d5b-aedb-542968da7501" providerId="AD" clId="Web-{BD658F04-F7DC-273E-A545-63D09CC8374F}" dt="2026-10-13T11:31:18.653" v="321" actId="20577"/>
          <ac:spMkLst>
            <pc:docMk/>
            <pc:sldMk cId="3626117127" sldId="262"/>
            <ac:spMk id="2" creationId="{C3649924-AA70-4049-78F9-6CF478F5B3F9}"/>
          </ac:spMkLst>
        </pc:spChg>
        <pc:spChg chg="mod">
          <ac:chgData name="Victor  Ohason (s2330027)" userId="S::s2330027@students.ncl-coll.ac.uk::005c2b39-8dff-4d5b-aedb-542968da7501" providerId="AD" clId="Web-{BD658F04-F7DC-273E-A545-63D09CC8374F}" dt="2026-10-13T11:29:54.776" v="319"/>
          <ac:spMkLst>
            <pc:docMk/>
            <pc:sldMk cId="3626117127" sldId="262"/>
            <ac:spMk id="3" creationId="{E2AF4F8F-F342-6B9F-9F7A-62BE0D7D41B5}"/>
          </ac:spMkLst>
        </pc:spChg>
        <pc:spChg chg="add">
          <ac:chgData name="Victor  Ohason (s2330027)" userId="S::s2330027@students.ncl-coll.ac.uk::005c2b39-8dff-4d5b-aedb-542968da7501" providerId="AD" clId="Web-{BD658F04-F7DC-273E-A545-63D09CC8374F}" dt="2026-10-13T11:29:54.776" v="319"/>
          <ac:spMkLst>
            <pc:docMk/>
            <pc:sldMk cId="3626117127" sldId="262"/>
            <ac:spMk id="9" creationId="{9F7D5CDA-D291-4307-BF55-1381FED29634}"/>
          </ac:spMkLst>
        </pc:spChg>
        <pc:spChg chg="add">
          <ac:chgData name="Victor  Ohason (s2330027)" userId="S::s2330027@students.ncl-coll.ac.uk::005c2b39-8dff-4d5b-aedb-542968da7501" providerId="AD" clId="Web-{BD658F04-F7DC-273E-A545-63D09CC8374F}" dt="2026-10-13T11:29:54.776" v="319"/>
          <ac:spMkLst>
            <pc:docMk/>
            <pc:sldMk cId="3626117127" sldId="262"/>
            <ac:spMk id="11" creationId="{59B296B9-C5A5-4E4F-9B60-C907B5F1466C}"/>
          </ac:spMkLst>
        </pc:spChg>
        <pc:spChg chg="add">
          <ac:chgData name="Victor  Ohason (s2330027)" userId="S::s2330027@students.ncl-coll.ac.uk::005c2b39-8dff-4d5b-aedb-542968da7501" providerId="AD" clId="Web-{BD658F04-F7DC-273E-A545-63D09CC8374F}" dt="2026-10-13T11:29:54.776" v="319"/>
          <ac:spMkLst>
            <pc:docMk/>
            <pc:sldMk cId="3626117127" sldId="262"/>
            <ac:spMk id="13" creationId="{D0300FD3-5AF1-6305-15FA-9078072672E2}"/>
          </ac:spMkLst>
        </pc:spChg>
        <pc:picChg chg="add">
          <ac:chgData name="Victor  Ohason (s2330027)" userId="S::s2330027@students.ncl-coll.ac.uk::005c2b39-8dff-4d5b-aedb-542968da7501" providerId="AD" clId="Web-{BD658F04-F7DC-273E-A545-63D09CC8374F}" dt="2026-10-13T11:29:54.776" v="319"/>
          <ac:picMkLst>
            <pc:docMk/>
            <pc:sldMk cId="3626117127" sldId="262"/>
            <ac:picMk id="5" creationId="{9C5C2E13-13DA-4D52-1D07-A5A46A97B3A2}"/>
          </ac:picMkLst>
        </pc:picChg>
      </pc:sldChg>
      <pc:sldChg chg="addSp modSp new mod setBg">
        <pc:chgData name="Victor  Ohason (s2330027)" userId="S::s2330027@students.ncl-coll.ac.uk::005c2b39-8dff-4d5b-aedb-542968da7501" providerId="AD" clId="Web-{BD658F04-F7DC-273E-A545-63D09CC8374F}" dt="2026-10-13T11:38:08.336" v="504"/>
        <pc:sldMkLst>
          <pc:docMk/>
          <pc:sldMk cId="2439941003" sldId="263"/>
        </pc:sldMkLst>
        <pc:spChg chg="mod">
          <ac:chgData name="Victor  Ohason (s2330027)" userId="S::s2330027@students.ncl-coll.ac.uk::005c2b39-8dff-4d5b-aedb-542968da7501" providerId="AD" clId="Web-{BD658F04-F7DC-273E-A545-63D09CC8374F}" dt="2026-10-13T11:38:08.336" v="504"/>
          <ac:spMkLst>
            <pc:docMk/>
            <pc:sldMk cId="2439941003" sldId="263"/>
            <ac:spMk id="2" creationId="{C97E4AF5-5CB4-B93F-C6CF-69E678AFF601}"/>
          </ac:spMkLst>
        </pc:spChg>
        <pc:spChg chg="mod">
          <ac:chgData name="Victor  Ohason (s2330027)" userId="S::s2330027@students.ncl-coll.ac.uk::005c2b39-8dff-4d5b-aedb-542968da7501" providerId="AD" clId="Web-{BD658F04-F7DC-273E-A545-63D09CC8374F}" dt="2026-10-13T11:38:08.336" v="504"/>
          <ac:spMkLst>
            <pc:docMk/>
            <pc:sldMk cId="2439941003" sldId="263"/>
            <ac:spMk id="3" creationId="{2DE2EA84-DA62-F185-FE14-D860B4059A4A}"/>
          </ac:spMkLst>
        </pc:spChg>
        <pc:spChg chg="add">
          <ac:chgData name="Victor  Ohason (s2330027)" userId="S::s2330027@students.ncl-coll.ac.uk::005c2b39-8dff-4d5b-aedb-542968da7501" providerId="AD" clId="Web-{BD658F04-F7DC-273E-A545-63D09CC8374F}" dt="2026-10-13T11:38:08.336" v="504"/>
          <ac:spMkLst>
            <pc:docMk/>
            <pc:sldMk cId="2439941003" sldId="263"/>
            <ac:spMk id="8" creationId="{5A0118C5-4F8D-4CF4-BADD-53FEACC6C42A}"/>
          </ac:spMkLst>
        </pc:spChg>
        <pc:spChg chg="add">
          <ac:chgData name="Victor  Ohason (s2330027)" userId="S::s2330027@students.ncl-coll.ac.uk::005c2b39-8dff-4d5b-aedb-542968da7501" providerId="AD" clId="Web-{BD658F04-F7DC-273E-A545-63D09CC8374F}" dt="2026-10-13T11:38:08.336" v="504"/>
          <ac:spMkLst>
            <pc:docMk/>
            <pc:sldMk cId="2439941003" sldId="263"/>
            <ac:spMk id="10" creationId="{A99050EE-26AF-4253-BD50-F0FCD965A8F6}"/>
          </ac:spMkLst>
        </pc:spChg>
        <pc:spChg chg="add">
          <ac:chgData name="Victor  Ohason (s2330027)" userId="S::s2330027@students.ncl-coll.ac.uk::005c2b39-8dff-4d5b-aedb-542968da7501" providerId="AD" clId="Web-{BD658F04-F7DC-273E-A545-63D09CC8374F}" dt="2026-10-13T11:38:08.336" v="504"/>
          <ac:spMkLst>
            <pc:docMk/>
            <pc:sldMk cId="2439941003" sldId="263"/>
            <ac:spMk id="16" creationId="{D0C78466-EB6E-45A0-99A6-A00789ACD90A}"/>
          </ac:spMkLst>
        </pc:spChg>
        <pc:spChg chg="add">
          <ac:chgData name="Victor  Ohason (s2330027)" userId="S::s2330027@students.ncl-coll.ac.uk::005c2b39-8dff-4d5b-aedb-542968da7501" providerId="AD" clId="Web-{BD658F04-F7DC-273E-A545-63D09CC8374F}" dt="2026-10-13T11:38:08.336" v="504"/>
          <ac:spMkLst>
            <pc:docMk/>
            <pc:sldMk cId="2439941003" sldId="263"/>
            <ac:spMk id="18" creationId="{E99F76E4-5DFD-4DBE-B042-66FBCD1182C9}"/>
          </ac:spMkLst>
        </pc:spChg>
        <pc:grpChg chg="add">
          <ac:chgData name="Victor  Ohason (s2330027)" userId="S::s2330027@students.ncl-coll.ac.uk::005c2b39-8dff-4d5b-aedb-542968da7501" providerId="AD" clId="Web-{BD658F04-F7DC-273E-A545-63D09CC8374F}" dt="2026-10-13T11:38:08.336" v="504"/>
          <ac:grpSpMkLst>
            <pc:docMk/>
            <pc:sldMk cId="2439941003" sldId="263"/>
            <ac:grpSpMk id="12" creationId="{00E015F5-1A99-4E40-BC3D-7707802996B5}"/>
          </ac:grpSpMkLst>
        </pc:grpChg>
        <pc:grpChg chg="add">
          <ac:chgData name="Victor  Ohason (s2330027)" userId="S::s2330027@students.ncl-coll.ac.uk::005c2b39-8dff-4d5b-aedb-542968da7501" providerId="AD" clId="Web-{BD658F04-F7DC-273E-A545-63D09CC8374F}" dt="2026-10-13T11:38:08.336" v="504"/>
          <ac:grpSpMkLst>
            <pc:docMk/>
            <pc:sldMk cId="2439941003" sldId="263"/>
            <ac:grpSpMk id="20" creationId="{5468B3A9-705E-43C3-A742-0619B0D8F2EE}"/>
          </ac:grpSpMkLst>
        </pc:grpChg>
        <pc:grpChg chg="add">
          <ac:chgData name="Victor  Ohason (s2330027)" userId="S::s2330027@students.ncl-coll.ac.uk::005c2b39-8dff-4d5b-aedb-542968da7501" providerId="AD" clId="Web-{BD658F04-F7DC-273E-A545-63D09CC8374F}" dt="2026-10-13T11:38:08.336" v="504"/>
          <ac:grpSpMkLst>
            <pc:docMk/>
            <pc:sldMk cId="2439941003" sldId="263"/>
            <ac:grpSpMk id="191" creationId="{773717CC-ECEE-4ABF-BA61-C59F46801775}"/>
          </ac:grpSpMkLst>
        </pc:grpChg>
      </pc:sldChg>
    </pc:docChg>
  </pc:docChgLst>
  <pc:docChgLst>
    <pc:chgData name="Victor  Ohason (s2330027)" userId="S::s2330027@students.ncl-coll.ac.uk::005c2b39-8dff-4d5b-aedb-542968da7501" providerId="AD" clId="Web-{58ECC072-276D-3BE2-2D4F-A4DBBC927FC9}"/>
    <pc:docChg chg="addSld modSld sldOrd addSection modSection">
      <pc:chgData name="Victor  Ohason (s2330027)" userId="S::s2330027@students.ncl-coll.ac.uk::005c2b39-8dff-4d5b-aedb-542968da7501" providerId="AD" clId="Web-{58ECC072-276D-3BE2-2D4F-A4DBBC927FC9}" dt="2026-10-19T13:00:56.616" v="28" actId="20577"/>
      <pc:docMkLst>
        <pc:docMk/>
      </pc:docMkLst>
      <pc:sldChg chg="modSp ord">
        <pc:chgData name="Victor  Ohason (s2330027)" userId="S::s2330027@students.ncl-coll.ac.uk::005c2b39-8dff-4d5b-aedb-542968da7501" providerId="AD" clId="Web-{58ECC072-276D-3BE2-2D4F-A4DBBC927FC9}" dt="2026-10-19T12:59:59.895" v="2"/>
        <pc:sldMkLst>
          <pc:docMk/>
          <pc:sldMk cId="2439941003" sldId="263"/>
        </pc:sldMkLst>
        <pc:spChg chg="mod">
          <ac:chgData name="Victor  Ohason (s2330027)" userId="S::s2330027@students.ncl-coll.ac.uk::005c2b39-8dff-4d5b-aedb-542968da7501" providerId="AD" clId="Web-{58ECC072-276D-3BE2-2D4F-A4DBBC927FC9}" dt="2026-10-19T12:49:02.602" v="0" actId="20577"/>
          <ac:spMkLst>
            <pc:docMk/>
            <pc:sldMk cId="2439941003" sldId="263"/>
            <ac:spMk id="3" creationId="{2DE2EA84-DA62-F185-FE14-D860B4059A4A}"/>
          </ac:spMkLst>
        </pc:spChg>
      </pc:sldChg>
      <pc:sldChg chg="modSp new">
        <pc:chgData name="Victor  Ohason (s2330027)" userId="S::s2330027@students.ncl-coll.ac.uk::005c2b39-8dff-4d5b-aedb-542968da7501" providerId="AD" clId="Web-{58ECC072-276D-3BE2-2D4F-A4DBBC927FC9}" dt="2026-10-19T13:00:56.616" v="28" actId="20577"/>
        <pc:sldMkLst>
          <pc:docMk/>
          <pc:sldMk cId="2109111529" sldId="264"/>
        </pc:sldMkLst>
        <pc:spChg chg="mod">
          <ac:chgData name="Victor  Ohason (s2330027)" userId="S::s2330027@students.ncl-coll.ac.uk::005c2b39-8dff-4d5b-aedb-542968da7501" providerId="AD" clId="Web-{58ECC072-276D-3BE2-2D4F-A4DBBC927FC9}" dt="2026-10-19T13:00:15.739" v="15" actId="20577"/>
          <ac:spMkLst>
            <pc:docMk/>
            <pc:sldMk cId="2109111529" sldId="264"/>
            <ac:spMk id="2" creationId="{E5AFE578-816C-FAC7-2EEF-7DEBD90FAA7E}"/>
          </ac:spMkLst>
        </pc:spChg>
        <pc:spChg chg="mod">
          <ac:chgData name="Victor  Ohason (s2330027)" userId="S::s2330027@students.ncl-coll.ac.uk::005c2b39-8dff-4d5b-aedb-542968da7501" providerId="AD" clId="Web-{58ECC072-276D-3BE2-2D4F-A4DBBC927FC9}" dt="2026-10-19T13:00:56.616" v="28" actId="20577"/>
          <ac:spMkLst>
            <pc:docMk/>
            <pc:sldMk cId="2109111529" sldId="264"/>
            <ac:spMk id="3" creationId="{1A888A68-5BEF-ADAE-FBEF-0197D221E1C8}"/>
          </ac:spMkLst>
        </pc:spChg>
      </pc:sldChg>
    </pc:docChg>
  </pc:docChgLst>
  <pc:docChgLst>
    <pc:chgData name="Lewis Anthony Turnbull (s2381574)" userId="S::s2381574@students.ncl-coll.ac.uk::0ebfa2b3-a926-4f58-8f2f-692acf2486b9" providerId="AD" clId="Web-{2267768A-EAC1-659D-E227-AE8353A2B85A}"/>
    <pc:docChg chg="modSld">
      <pc:chgData name="Lewis Anthony Turnbull (s2381574)" userId="S::s2381574@students.ncl-coll.ac.uk::0ebfa2b3-a926-4f58-8f2f-692acf2486b9" providerId="AD" clId="Web-{2267768A-EAC1-659D-E227-AE8353A2B85A}" dt="2026-10-15T07:57:22.165" v="4" actId="20577"/>
      <pc:docMkLst>
        <pc:docMk/>
      </pc:docMkLst>
      <pc:sldChg chg="modSp">
        <pc:chgData name="Lewis Anthony Turnbull (s2381574)" userId="S::s2381574@students.ncl-coll.ac.uk::0ebfa2b3-a926-4f58-8f2f-692acf2486b9" providerId="AD" clId="Web-{2267768A-EAC1-659D-E227-AE8353A2B85A}" dt="2026-10-15T07:57:22.165" v="4" actId="20577"/>
        <pc:sldMkLst>
          <pc:docMk/>
          <pc:sldMk cId="3822977188" sldId="259"/>
        </pc:sldMkLst>
        <pc:spChg chg="mod">
          <ac:chgData name="Lewis Anthony Turnbull (s2381574)" userId="S::s2381574@students.ncl-coll.ac.uk::0ebfa2b3-a926-4f58-8f2f-692acf2486b9" providerId="AD" clId="Web-{2267768A-EAC1-659D-E227-AE8353A2B85A}" dt="2026-10-15T07:57:22.165" v="4" actId="20577"/>
          <ac:spMkLst>
            <pc:docMk/>
            <pc:sldMk cId="3822977188" sldId="259"/>
            <ac:spMk id="3" creationId="{17EEE02E-31D6-C029-AB88-FAD66FEEBAA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A5E92D-E13F-4DEC-8042-28BD8E136EB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326BADC-20D5-465A-A382-E318C1412081}">
      <dgm:prSet/>
      <dgm:spPr/>
      <dgm:t>
        <a:bodyPr/>
        <a:lstStyle/>
        <a:p>
          <a:pPr rtl="0"/>
          <a:r>
            <a:rPr lang="en-US"/>
            <a:t>NGC requires a self-service </a:t>
          </a:r>
          <a:r>
            <a:rPr lang="en-US">
              <a:latin typeface="Aptos Display" panose="02110004020202020204"/>
            </a:rPr>
            <a:t>kiosk, allowing</a:t>
          </a:r>
          <a:r>
            <a:rPr lang="en-US"/>
            <a:t> attendees to check in for convention </a:t>
          </a:r>
          <a:r>
            <a:rPr lang="en-US" sz="1100">
              <a:latin typeface="Calibri"/>
              <a:ea typeface="Calibri"/>
              <a:cs typeface="Calibri"/>
            </a:rPr>
            <a:t>talks they have previously booked.</a:t>
          </a:r>
          <a:r>
            <a:rPr lang="en-US">
              <a:latin typeface="Aptos Display" panose="02110004020202020204"/>
            </a:rPr>
            <a:t> </a:t>
          </a:r>
          <a:endParaRPr lang="en-US"/>
        </a:p>
      </dgm:t>
    </dgm:pt>
    <dgm:pt modelId="{7CEE4A29-F1AA-4205-AE95-6E96E10EF546}" type="parTrans" cxnId="{933A93AB-E15D-4A6B-BCAC-C8D8DAA68B33}">
      <dgm:prSet/>
      <dgm:spPr/>
      <dgm:t>
        <a:bodyPr/>
        <a:lstStyle/>
        <a:p>
          <a:endParaRPr lang="en-US"/>
        </a:p>
      </dgm:t>
    </dgm:pt>
    <dgm:pt modelId="{185BA8C8-CB8D-472B-BB06-588C97FCFA22}" type="sibTrans" cxnId="{933A93AB-E15D-4A6B-BCAC-C8D8DAA68B33}">
      <dgm:prSet/>
      <dgm:spPr/>
      <dgm:t>
        <a:bodyPr/>
        <a:lstStyle/>
        <a:p>
          <a:endParaRPr lang="en-US"/>
        </a:p>
      </dgm:t>
    </dgm:pt>
    <dgm:pt modelId="{467E3BC0-AB3F-47BA-BA9D-43D2136726BF}">
      <dgm:prSet/>
      <dgm:spPr/>
      <dgm:t>
        <a:bodyPr/>
        <a:lstStyle/>
        <a:p>
          <a:r>
            <a:rPr lang="en-US"/>
            <a:t> The system will run in </a:t>
          </a:r>
          <a:r>
            <a:rPr lang="en-US">
              <a:latin typeface="Aptos Display" panose="02110004020202020204"/>
            </a:rPr>
            <a:t>Fullscreen</a:t>
          </a:r>
          <a:r>
            <a:rPr lang="en-US"/>
            <a:t> on a Raspberry Pi </a:t>
          </a:r>
        </a:p>
      </dgm:t>
    </dgm:pt>
    <dgm:pt modelId="{0D2C7AF6-552C-485D-89B3-E5ED52C8AD5D}" type="parTrans" cxnId="{F6E2211F-536F-4CF1-84A4-E2C8DE0BBDAA}">
      <dgm:prSet/>
      <dgm:spPr/>
      <dgm:t>
        <a:bodyPr/>
        <a:lstStyle/>
        <a:p>
          <a:endParaRPr lang="en-US"/>
        </a:p>
      </dgm:t>
    </dgm:pt>
    <dgm:pt modelId="{7364D926-9CFB-433D-9801-B347B549C194}" type="sibTrans" cxnId="{F6E2211F-536F-4CF1-84A4-E2C8DE0BBDAA}">
      <dgm:prSet/>
      <dgm:spPr/>
      <dgm:t>
        <a:bodyPr/>
        <a:lstStyle/>
        <a:p>
          <a:endParaRPr lang="en-US"/>
        </a:p>
      </dgm:t>
    </dgm:pt>
    <dgm:pt modelId="{CD17A03E-6F9F-44FE-99F1-FC88799069A1}">
      <dgm:prSet/>
      <dgm:spPr/>
      <dgm:t>
        <a:bodyPr/>
        <a:lstStyle/>
        <a:p>
          <a:r>
            <a:rPr lang="en-US">
              <a:latin typeface="Aptos Display" panose="02110004020202020204"/>
            </a:rPr>
            <a:t>Connected</a:t>
          </a:r>
          <a:r>
            <a:rPr lang="en-US"/>
            <a:t> to a monitor and keyboard</a:t>
          </a:r>
        </a:p>
      </dgm:t>
    </dgm:pt>
    <dgm:pt modelId="{E8E2CD6A-E0D6-4526-96FD-88FF0EF7F194}" type="parTrans" cxnId="{E525E6A5-F069-47A5-83B6-D0683AF63F35}">
      <dgm:prSet/>
      <dgm:spPr/>
      <dgm:t>
        <a:bodyPr/>
        <a:lstStyle/>
        <a:p>
          <a:endParaRPr lang="en-US"/>
        </a:p>
      </dgm:t>
    </dgm:pt>
    <dgm:pt modelId="{CD6882DB-7731-4177-BC95-53445A396A9E}" type="sibTrans" cxnId="{E525E6A5-F069-47A5-83B6-D0683AF63F35}">
      <dgm:prSet/>
      <dgm:spPr/>
      <dgm:t>
        <a:bodyPr/>
        <a:lstStyle/>
        <a:p>
          <a:endParaRPr lang="en-US"/>
        </a:p>
      </dgm:t>
    </dgm:pt>
    <dgm:pt modelId="{BBF31B14-4D45-4523-943B-4D2C0A706409}" type="pres">
      <dgm:prSet presAssocID="{8CA5E92D-E13F-4DEC-8042-28BD8E136EB1}" presName="root" presStyleCnt="0">
        <dgm:presLayoutVars>
          <dgm:dir/>
          <dgm:resizeHandles val="exact"/>
        </dgm:presLayoutVars>
      </dgm:prSet>
      <dgm:spPr/>
    </dgm:pt>
    <dgm:pt modelId="{05EB0365-B7A8-4F3E-BF0C-0D8EBDF752D1}" type="pres">
      <dgm:prSet presAssocID="{7326BADC-20D5-465A-A382-E318C1412081}" presName="compNode" presStyleCnt="0"/>
      <dgm:spPr/>
    </dgm:pt>
    <dgm:pt modelId="{35BF9CFC-0D7B-4B24-9D30-D9150326451D}" type="pres">
      <dgm:prSet presAssocID="{7326BADC-20D5-465A-A382-E318C1412081}" presName="bgRect" presStyleLbl="bgShp" presStyleIdx="0" presStyleCnt="3"/>
      <dgm:spPr/>
    </dgm:pt>
    <dgm:pt modelId="{7601BBED-8C2E-45A6-98D5-2BE23AA1AAAF}" type="pres">
      <dgm:prSet presAssocID="{7326BADC-20D5-465A-A382-E318C141208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EC2D7930-760D-415E-A7A3-B89C080E41B8}" type="pres">
      <dgm:prSet presAssocID="{7326BADC-20D5-465A-A382-E318C1412081}" presName="spaceRect" presStyleCnt="0"/>
      <dgm:spPr/>
    </dgm:pt>
    <dgm:pt modelId="{8724B59D-4E77-4A9A-B9D3-FAEAB9249353}" type="pres">
      <dgm:prSet presAssocID="{7326BADC-20D5-465A-A382-E318C1412081}" presName="parTx" presStyleLbl="revTx" presStyleIdx="0" presStyleCnt="3">
        <dgm:presLayoutVars>
          <dgm:chMax val="0"/>
          <dgm:chPref val="0"/>
        </dgm:presLayoutVars>
      </dgm:prSet>
      <dgm:spPr/>
    </dgm:pt>
    <dgm:pt modelId="{3222B81A-42B9-4A1D-91EC-BAD38F0AB8FF}" type="pres">
      <dgm:prSet presAssocID="{185BA8C8-CB8D-472B-BB06-588C97FCFA22}" presName="sibTrans" presStyleCnt="0"/>
      <dgm:spPr/>
    </dgm:pt>
    <dgm:pt modelId="{9D44EA3D-A135-4BBC-9FC0-EAA0FC83102D}" type="pres">
      <dgm:prSet presAssocID="{467E3BC0-AB3F-47BA-BA9D-43D2136726BF}" presName="compNode" presStyleCnt="0"/>
      <dgm:spPr/>
    </dgm:pt>
    <dgm:pt modelId="{CF201409-2AD8-4730-895D-D7E54A28EBAD}" type="pres">
      <dgm:prSet presAssocID="{467E3BC0-AB3F-47BA-BA9D-43D2136726BF}" presName="bgRect" presStyleLbl="bgShp" presStyleIdx="1" presStyleCnt="3"/>
      <dgm:spPr/>
    </dgm:pt>
    <dgm:pt modelId="{1EEDD805-7934-4903-8B61-2604A34E6D23}" type="pres">
      <dgm:prSet presAssocID="{467E3BC0-AB3F-47BA-BA9D-43D2136726B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ingerbread Cookie"/>
        </a:ext>
      </dgm:extLst>
    </dgm:pt>
    <dgm:pt modelId="{ADA79E72-89CF-4E93-A168-CEF1DBB4138E}" type="pres">
      <dgm:prSet presAssocID="{467E3BC0-AB3F-47BA-BA9D-43D2136726BF}" presName="spaceRect" presStyleCnt="0"/>
      <dgm:spPr/>
    </dgm:pt>
    <dgm:pt modelId="{D1818365-DDD9-42E2-946C-B35EBF4DB1BA}" type="pres">
      <dgm:prSet presAssocID="{467E3BC0-AB3F-47BA-BA9D-43D2136726BF}" presName="parTx" presStyleLbl="revTx" presStyleIdx="1" presStyleCnt="3">
        <dgm:presLayoutVars>
          <dgm:chMax val="0"/>
          <dgm:chPref val="0"/>
        </dgm:presLayoutVars>
      </dgm:prSet>
      <dgm:spPr/>
    </dgm:pt>
    <dgm:pt modelId="{9678620D-997D-4AB2-A59C-F1CC80094FBC}" type="pres">
      <dgm:prSet presAssocID="{7364D926-9CFB-433D-9801-B347B549C194}" presName="sibTrans" presStyleCnt="0"/>
      <dgm:spPr/>
    </dgm:pt>
    <dgm:pt modelId="{A7FA4270-8241-4D3C-94AF-207E6F9C7677}" type="pres">
      <dgm:prSet presAssocID="{CD17A03E-6F9F-44FE-99F1-FC88799069A1}" presName="compNode" presStyleCnt="0"/>
      <dgm:spPr/>
    </dgm:pt>
    <dgm:pt modelId="{CF5C544D-17A7-42BE-874E-A1EAD87CCD47}" type="pres">
      <dgm:prSet presAssocID="{CD17A03E-6F9F-44FE-99F1-FC88799069A1}" presName="bgRect" presStyleLbl="bgShp" presStyleIdx="2" presStyleCnt="3"/>
      <dgm:spPr/>
    </dgm:pt>
    <dgm:pt modelId="{9220EEC0-C3D3-4554-9B0E-A49A4177EA4A}" type="pres">
      <dgm:prSet presAssocID="{CD17A03E-6F9F-44FE-99F1-FC88799069A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B"/>
        </a:ext>
      </dgm:extLst>
    </dgm:pt>
    <dgm:pt modelId="{543D5CB7-146E-4540-A6A6-415F97BF0122}" type="pres">
      <dgm:prSet presAssocID="{CD17A03E-6F9F-44FE-99F1-FC88799069A1}" presName="spaceRect" presStyleCnt="0"/>
      <dgm:spPr/>
    </dgm:pt>
    <dgm:pt modelId="{30B041CB-3DC7-4854-A894-9D6DF592973F}" type="pres">
      <dgm:prSet presAssocID="{CD17A03E-6F9F-44FE-99F1-FC88799069A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614A204-C893-4CB7-B2B6-30207138EEAA}" type="presOf" srcId="{8CA5E92D-E13F-4DEC-8042-28BD8E136EB1}" destId="{BBF31B14-4D45-4523-943B-4D2C0A706409}" srcOrd="0" destOrd="0" presId="urn:microsoft.com/office/officeart/2018/2/layout/IconVerticalSolidList"/>
    <dgm:cxn modelId="{F6E2211F-536F-4CF1-84A4-E2C8DE0BBDAA}" srcId="{8CA5E92D-E13F-4DEC-8042-28BD8E136EB1}" destId="{467E3BC0-AB3F-47BA-BA9D-43D2136726BF}" srcOrd="1" destOrd="0" parTransId="{0D2C7AF6-552C-485D-89B3-E5ED52C8AD5D}" sibTransId="{7364D926-9CFB-433D-9801-B347B549C194}"/>
    <dgm:cxn modelId="{EEEC018F-0E1C-4270-BB0B-D1921D53D704}" type="presOf" srcId="{7326BADC-20D5-465A-A382-E318C1412081}" destId="{8724B59D-4E77-4A9A-B9D3-FAEAB9249353}" srcOrd="0" destOrd="0" presId="urn:microsoft.com/office/officeart/2018/2/layout/IconVerticalSolidList"/>
    <dgm:cxn modelId="{E525E6A5-F069-47A5-83B6-D0683AF63F35}" srcId="{8CA5E92D-E13F-4DEC-8042-28BD8E136EB1}" destId="{CD17A03E-6F9F-44FE-99F1-FC88799069A1}" srcOrd="2" destOrd="0" parTransId="{E8E2CD6A-E0D6-4526-96FD-88FF0EF7F194}" sibTransId="{CD6882DB-7731-4177-BC95-53445A396A9E}"/>
    <dgm:cxn modelId="{933A93AB-E15D-4A6B-BCAC-C8D8DAA68B33}" srcId="{8CA5E92D-E13F-4DEC-8042-28BD8E136EB1}" destId="{7326BADC-20D5-465A-A382-E318C1412081}" srcOrd="0" destOrd="0" parTransId="{7CEE4A29-F1AA-4205-AE95-6E96E10EF546}" sibTransId="{185BA8C8-CB8D-472B-BB06-588C97FCFA22}"/>
    <dgm:cxn modelId="{5DA5F7D6-5CE1-4635-BF22-7C9E37C8F97C}" type="presOf" srcId="{467E3BC0-AB3F-47BA-BA9D-43D2136726BF}" destId="{D1818365-DDD9-42E2-946C-B35EBF4DB1BA}" srcOrd="0" destOrd="0" presId="urn:microsoft.com/office/officeart/2018/2/layout/IconVerticalSolidList"/>
    <dgm:cxn modelId="{EE9484DE-89A2-4FCB-8C35-9CDD231F24A2}" type="presOf" srcId="{CD17A03E-6F9F-44FE-99F1-FC88799069A1}" destId="{30B041CB-3DC7-4854-A894-9D6DF592973F}" srcOrd="0" destOrd="0" presId="urn:microsoft.com/office/officeart/2018/2/layout/IconVerticalSolidList"/>
    <dgm:cxn modelId="{9A7B5EE8-0896-4ABC-9972-AA2E072ABF40}" type="presParOf" srcId="{BBF31B14-4D45-4523-943B-4D2C0A706409}" destId="{05EB0365-B7A8-4F3E-BF0C-0D8EBDF752D1}" srcOrd="0" destOrd="0" presId="urn:microsoft.com/office/officeart/2018/2/layout/IconVerticalSolidList"/>
    <dgm:cxn modelId="{6C8455EA-81D0-4080-B895-3CE5E07E4D98}" type="presParOf" srcId="{05EB0365-B7A8-4F3E-BF0C-0D8EBDF752D1}" destId="{35BF9CFC-0D7B-4B24-9D30-D9150326451D}" srcOrd="0" destOrd="0" presId="urn:microsoft.com/office/officeart/2018/2/layout/IconVerticalSolidList"/>
    <dgm:cxn modelId="{954B3369-85D1-4B5B-ADBC-49BDB5B1E2F4}" type="presParOf" srcId="{05EB0365-B7A8-4F3E-BF0C-0D8EBDF752D1}" destId="{7601BBED-8C2E-45A6-98D5-2BE23AA1AAAF}" srcOrd="1" destOrd="0" presId="urn:microsoft.com/office/officeart/2018/2/layout/IconVerticalSolidList"/>
    <dgm:cxn modelId="{D77A9BBC-6382-4ECC-B6EB-2E99088C8339}" type="presParOf" srcId="{05EB0365-B7A8-4F3E-BF0C-0D8EBDF752D1}" destId="{EC2D7930-760D-415E-A7A3-B89C080E41B8}" srcOrd="2" destOrd="0" presId="urn:microsoft.com/office/officeart/2018/2/layout/IconVerticalSolidList"/>
    <dgm:cxn modelId="{7E6F83C2-1C2B-4D2C-B2D1-C6E73F084AE9}" type="presParOf" srcId="{05EB0365-B7A8-4F3E-BF0C-0D8EBDF752D1}" destId="{8724B59D-4E77-4A9A-B9D3-FAEAB9249353}" srcOrd="3" destOrd="0" presId="urn:microsoft.com/office/officeart/2018/2/layout/IconVerticalSolidList"/>
    <dgm:cxn modelId="{9E7A5855-179B-4556-8C4D-E3DB6192E272}" type="presParOf" srcId="{BBF31B14-4D45-4523-943B-4D2C0A706409}" destId="{3222B81A-42B9-4A1D-91EC-BAD38F0AB8FF}" srcOrd="1" destOrd="0" presId="urn:microsoft.com/office/officeart/2018/2/layout/IconVerticalSolidList"/>
    <dgm:cxn modelId="{4F232415-596A-4E96-9F3C-EBC4B7619E42}" type="presParOf" srcId="{BBF31B14-4D45-4523-943B-4D2C0A706409}" destId="{9D44EA3D-A135-4BBC-9FC0-EAA0FC83102D}" srcOrd="2" destOrd="0" presId="urn:microsoft.com/office/officeart/2018/2/layout/IconVerticalSolidList"/>
    <dgm:cxn modelId="{7470FA57-C7D3-4974-8AC2-9060955FEDE4}" type="presParOf" srcId="{9D44EA3D-A135-4BBC-9FC0-EAA0FC83102D}" destId="{CF201409-2AD8-4730-895D-D7E54A28EBAD}" srcOrd="0" destOrd="0" presId="urn:microsoft.com/office/officeart/2018/2/layout/IconVerticalSolidList"/>
    <dgm:cxn modelId="{396D7A0D-AF27-43F5-A8ED-B6F5B1986780}" type="presParOf" srcId="{9D44EA3D-A135-4BBC-9FC0-EAA0FC83102D}" destId="{1EEDD805-7934-4903-8B61-2604A34E6D23}" srcOrd="1" destOrd="0" presId="urn:microsoft.com/office/officeart/2018/2/layout/IconVerticalSolidList"/>
    <dgm:cxn modelId="{93113B11-A443-4B49-923F-93EDF2DF5E28}" type="presParOf" srcId="{9D44EA3D-A135-4BBC-9FC0-EAA0FC83102D}" destId="{ADA79E72-89CF-4E93-A168-CEF1DBB4138E}" srcOrd="2" destOrd="0" presId="urn:microsoft.com/office/officeart/2018/2/layout/IconVerticalSolidList"/>
    <dgm:cxn modelId="{9A0E0184-38D7-4AB6-8BCB-7EA7F125CB3B}" type="presParOf" srcId="{9D44EA3D-A135-4BBC-9FC0-EAA0FC83102D}" destId="{D1818365-DDD9-42E2-946C-B35EBF4DB1BA}" srcOrd="3" destOrd="0" presId="urn:microsoft.com/office/officeart/2018/2/layout/IconVerticalSolidList"/>
    <dgm:cxn modelId="{A8A9CA30-8462-40EE-9312-D7E3DF07C7B3}" type="presParOf" srcId="{BBF31B14-4D45-4523-943B-4D2C0A706409}" destId="{9678620D-997D-4AB2-A59C-F1CC80094FBC}" srcOrd="3" destOrd="0" presId="urn:microsoft.com/office/officeart/2018/2/layout/IconVerticalSolidList"/>
    <dgm:cxn modelId="{50177772-3CC7-4B4B-9E7B-6F58B12E9A88}" type="presParOf" srcId="{BBF31B14-4D45-4523-943B-4D2C0A706409}" destId="{A7FA4270-8241-4D3C-94AF-207E6F9C7677}" srcOrd="4" destOrd="0" presId="urn:microsoft.com/office/officeart/2018/2/layout/IconVerticalSolidList"/>
    <dgm:cxn modelId="{8B4EAD10-2A34-4A9D-B1B6-53D1C4E3587F}" type="presParOf" srcId="{A7FA4270-8241-4D3C-94AF-207E6F9C7677}" destId="{CF5C544D-17A7-42BE-874E-A1EAD87CCD47}" srcOrd="0" destOrd="0" presId="urn:microsoft.com/office/officeart/2018/2/layout/IconVerticalSolidList"/>
    <dgm:cxn modelId="{D6D38EEE-3859-42A8-AC49-3461C6A24E50}" type="presParOf" srcId="{A7FA4270-8241-4D3C-94AF-207E6F9C7677}" destId="{9220EEC0-C3D3-4554-9B0E-A49A4177EA4A}" srcOrd="1" destOrd="0" presId="urn:microsoft.com/office/officeart/2018/2/layout/IconVerticalSolidList"/>
    <dgm:cxn modelId="{294BB5BA-BAA0-457D-BAE8-F9B263DEBD73}" type="presParOf" srcId="{A7FA4270-8241-4D3C-94AF-207E6F9C7677}" destId="{543D5CB7-146E-4540-A6A6-415F97BF0122}" srcOrd="2" destOrd="0" presId="urn:microsoft.com/office/officeart/2018/2/layout/IconVerticalSolidList"/>
    <dgm:cxn modelId="{6983191B-21CD-4A4A-8949-06C1C3934D78}" type="presParOf" srcId="{A7FA4270-8241-4D3C-94AF-207E6F9C7677}" destId="{30B041CB-3DC7-4854-A894-9D6DF592973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39131B-599E-4AEE-8EBC-D48487852D7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418EA0F-AA5E-4134-830B-28AB80FE9C7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Reduce registration queues, provide accurate attendance records and deliver a simple </a:t>
          </a:r>
        </a:p>
      </dgm:t>
    </dgm:pt>
    <dgm:pt modelId="{1CA9B833-5934-4E46-9F57-B6ADCE624095}" type="parTrans" cxnId="{66A2E128-90FE-49F3-AAD3-231D6F4E9FFC}">
      <dgm:prSet/>
      <dgm:spPr/>
      <dgm:t>
        <a:bodyPr/>
        <a:lstStyle/>
        <a:p>
          <a:endParaRPr lang="en-US"/>
        </a:p>
      </dgm:t>
    </dgm:pt>
    <dgm:pt modelId="{6835B145-F5FF-4E1D-BF2F-479A83E51C65}" type="sibTrans" cxnId="{66A2E128-90FE-49F3-AAD3-231D6F4E9FFC}">
      <dgm:prSet/>
      <dgm:spPr/>
      <dgm:t>
        <a:bodyPr/>
        <a:lstStyle/>
        <a:p>
          <a:endParaRPr lang="en-US"/>
        </a:p>
      </dgm:t>
    </dgm:pt>
    <dgm:pt modelId="{8D04F076-52D6-4B01-8F72-14D842153C1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Aptos Display" panose="02110004020202020204"/>
            </a:rPr>
            <a:t>Self-service</a:t>
          </a:r>
          <a:r>
            <a:rPr lang="en-US"/>
            <a:t> experience</a:t>
          </a:r>
        </a:p>
      </dgm:t>
    </dgm:pt>
    <dgm:pt modelId="{3B765878-31CA-437D-B302-B0FF44F5C44D}" type="parTrans" cxnId="{29EA78E3-F1A6-49E2-B4CE-0EEC06B3B05C}">
      <dgm:prSet/>
      <dgm:spPr/>
      <dgm:t>
        <a:bodyPr/>
        <a:lstStyle/>
        <a:p>
          <a:endParaRPr lang="en-US"/>
        </a:p>
      </dgm:t>
    </dgm:pt>
    <dgm:pt modelId="{014F37F9-FEF3-439D-80D6-A7719E7F74A1}" type="sibTrans" cxnId="{29EA78E3-F1A6-49E2-B4CE-0EEC06B3B05C}">
      <dgm:prSet/>
      <dgm:spPr/>
      <dgm:t>
        <a:bodyPr/>
        <a:lstStyle/>
        <a:p>
          <a:endParaRPr lang="en-US"/>
        </a:p>
      </dgm:t>
    </dgm:pt>
    <dgm:pt modelId="{CA2D4AC9-3690-4143-BABA-9F8ECC246C00}" type="pres">
      <dgm:prSet presAssocID="{FA39131B-599E-4AEE-8EBC-D48487852D72}" presName="root" presStyleCnt="0">
        <dgm:presLayoutVars>
          <dgm:dir/>
          <dgm:resizeHandles val="exact"/>
        </dgm:presLayoutVars>
      </dgm:prSet>
      <dgm:spPr/>
    </dgm:pt>
    <dgm:pt modelId="{F7730066-8DB9-43DD-86EA-7AD74762DC35}" type="pres">
      <dgm:prSet presAssocID="{9418EA0F-AA5E-4134-830B-28AB80FE9C76}" presName="compNode" presStyleCnt="0"/>
      <dgm:spPr/>
    </dgm:pt>
    <dgm:pt modelId="{E7826E66-52B3-440C-B56D-A4C5C1E42C8F}" type="pres">
      <dgm:prSet presAssocID="{9418EA0F-AA5E-4134-830B-28AB80FE9C76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403A3DEF-B1C3-48AD-8BF3-AE1B1D54A252}" type="pres">
      <dgm:prSet presAssocID="{9418EA0F-AA5E-4134-830B-28AB80FE9C76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104F2287-EDEC-46BB-A8E4-A0DE2933C1B5}" type="pres">
      <dgm:prSet presAssocID="{9418EA0F-AA5E-4134-830B-28AB80FE9C76}" presName="spaceRect" presStyleCnt="0"/>
      <dgm:spPr/>
    </dgm:pt>
    <dgm:pt modelId="{742268C6-DD56-4880-B732-11E253AC6574}" type="pres">
      <dgm:prSet presAssocID="{9418EA0F-AA5E-4134-830B-28AB80FE9C76}" presName="textRect" presStyleLbl="revTx" presStyleIdx="0" presStyleCnt="2">
        <dgm:presLayoutVars>
          <dgm:chMax val="1"/>
          <dgm:chPref val="1"/>
        </dgm:presLayoutVars>
      </dgm:prSet>
      <dgm:spPr/>
    </dgm:pt>
    <dgm:pt modelId="{8E2F7E8C-72AD-4161-BEDE-58AF721766E9}" type="pres">
      <dgm:prSet presAssocID="{6835B145-F5FF-4E1D-BF2F-479A83E51C65}" presName="sibTrans" presStyleCnt="0"/>
      <dgm:spPr/>
    </dgm:pt>
    <dgm:pt modelId="{5793CC3B-8125-4596-A180-4B8D26AC3F21}" type="pres">
      <dgm:prSet presAssocID="{8D04F076-52D6-4B01-8F72-14D842153C12}" presName="compNode" presStyleCnt="0"/>
      <dgm:spPr/>
    </dgm:pt>
    <dgm:pt modelId="{3872F3C4-54DA-4F4F-A579-71DAC94CF411}" type="pres">
      <dgm:prSet presAssocID="{8D04F076-52D6-4B01-8F72-14D842153C12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0984F546-C499-4596-97E1-CD964DA4B5A0}" type="pres">
      <dgm:prSet presAssocID="{8D04F076-52D6-4B01-8F72-14D842153C12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276D7BF4-3EEC-4BE8-9AF0-3EC837F94C82}" type="pres">
      <dgm:prSet presAssocID="{8D04F076-52D6-4B01-8F72-14D842153C12}" presName="spaceRect" presStyleCnt="0"/>
      <dgm:spPr/>
    </dgm:pt>
    <dgm:pt modelId="{125EB13A-1458-45A1-8ADF-2DCB384A07BF}" type="pres">
      <dgm:prSet presAssocID="{8D04F076-52D6-4B01-8F72-14D842153C1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5B9AD13-4D8B-41CF-906D-07FC1AA1BFFA}" type="presOf" srcId="{8D04F076-52D6-4B01-8F72-14D842153C12}" destId="{125EB13A-1458-45A1-8ADF-2DCB384A07BF}" srcOrd="0" destOrd="0" presId="urn:microsoft.com/office/officeart/2018/5/layout/IconLeafLabelList"/>
    <dgm:cxn modelId="{66A2E128-90FE-49F3-AAD3-231D6F4E9FFC}" srcId="{FA39131B-599E-4AEE-8EBC-D48487852D72}" destId="{9418EA0F-AA5E-4134-830B-28AB80FE9C76}" srcOrd="0" destOrd="0" parTransId="{1CA9B833-5934-4E46-9F57-B6ADCE624095}" sibTransId="{6835B145-F5FF-4E1D-BF2F-479A83E51C65}"/>
    <dgm:cxn modelId="{FFBF8C59-7A60-43FB-97C0-C667027075AB}" type="presOf" srcId="{FA39131B-599E-4AEE-8EBC-D48487852D72}" destId="{CA2D4AC9-3690-4143-BABA-9F8ECC246C00}" srcOrd="0" destOrd="0" presId="urn:microsoft.com/office/officeart/2018/5/layout/IconLeafLabelList"/>
    <dgm:cxn modelId="{C102EDA1-7441-4BA9-8A89-BA9D5EEC465E}" type="presOf" srcId="{9418EA0F-AA5E-4134-830B-28AB80FE9C76}" destId="{742268C6-DD56-4880-B732-11E253AC6574}" srcOrd="0" destOrd="0" presId="urn:microsoft.com/office/officeart/2018/5/layout/IconLeafLabelList"/>
    <dgm:cxn modelId="{29EA78E3-F1A6-49E2-B4CE-0EEC06B3B05C}" srcId="{FA39131B-599E-4AEE-8EBC-D48487852D72}" destId="{8D04F076-52D6-4B01-8F72-14D842153C12}" srcOrd="1" destOrd="0" parTransId="{3B765878-31CA-437D-B302-B0FF44F5C44D}" sibTransId="{014F37F9-FEF3-439D-80D6-A7719E7F74A1}"/>
    <dgm:cxn modelId="{A4D17904-C7E6-458F-9302-7F17D120AE2D}" type="presParOf" srcId="{CA2D4AC9-3690-4143-BABA-9F8ECC246C00}" destId="{F7730066-8DB9-43DD-86EA-7AD74762DC35}" srcOrd="0" destOrd="0" presId="urn:microsoft.com/office/officeart/2018/5/layout/IconLeafLabelList"/>
    <dgm:cxn modelId="{F19E70A8-6B31-45A1-A8B3-94A5C9229E5A}" type="presParOf" srcId="{F7730066-8DB9-43DD-86EA-7AD74762DC35}" destId="{E7826E66-52B3-440C-B56D-A4C5C1E42C8F}" srcOrd="0" destOrd="0" presId="urn:microsoft.com/office/officeart/2018/5/layout/IconLeafLabelList"/>
    <dgm:cxn modelId="{7D8B045C-43F2-4619-B5A5-C9EA5A9C1CA9}" type="presParOf" srcId="{F7730066-8DB9-43DD-86EA-7AD74762DC35}" destId="{403A3DEF-B1C3-48AD-8BF3-AE1B1D54A252}" srcOrd="1" destOrd="0" presId="urn:microsoft.com/office/officeart/2018/5/layout/IconLeafLabelList"/>
    <dgm:cxn modelId="{1D253060-C9FB-4E56-9EA7-69A577855AC1}" type="presParOf" srcId="{F7730066-8DB9-43DD-86EA-7AD74762DC35}" destId="{104F2287-EDEC-46BB-A8E4-A0DE2933C1B5}" srcOrd="2" destOrd="0" presId="urn:microsoft.com/office/officeart/2018/5/layout/IconLeafLabelList"/>
    <dgm:cxn modelId="{201401DD-46D0-4BDF-9AEF-A81FAAB5AF41}" type="presParOf" srcId="{F7730066-8DB9-43DD-86EA-7AD74762DC35}" destId="{742268C6-DD56-4880-B732-11E253AC6574}" srcOrd="3" destOrd="0" presId="urn:microsoft.com/office/officeart/2018/5/layout/IconLeafLabelList"/>
    <dgm:cxn modelId="{EE59F96B-04E0-4C51-8316-598719527076}" type="presParOf" srcId="{CA2D4AC9-3690-4143-BABA-9F8ECC246C00}" destId="{8E2F7E8C-72AD-4161-BEDE-58AF721766E9}" srcOrd="1" destOrd="0" presId="urn:microsoft.com/office/officeart/2018/5/layout/IconLeafLabelList"/>
    <dgm:cxn modelId="{AB315AEA-EC3F-4C02-9B1D-ABA9526E0F48}" type="presParOf" srcId="{CA2D4AC9-3690-4143-BABA-9F8ECC246C00}" destId="{5793CC3B-8125-4596-A180-4B8D26AC3F21}" srcOrd="2" destOrd="0" presId="urn:microsoft.com/office/officeart/2018/5/layout/IconLeafLabelList"/>
    <dgm:cxn modelId="{C7C7464C-9268-40F7-A31C-9D358A00DDB0}" type="presParOf" srcId="{5793CC3B-8125-4596-A180-4B8D26AC3F21}" destId="{3872F3C4-54DA-4F4F-A579-71DAC94CF411}" srcOrd="0" destOrd="0" presId="urn:microsoft.com/office/officeart/2018/5/layout/IconLeafLabelList"/>
    <dgm:cxn modelId="{264302A8-C775-4E20-9160-6A277E513608}" type="presParOf" srcId="{5793CC3B-8125-4596-A180-4B8D26AC3F21}" destId="{0984F546-C499-4596-97E1-CD964DA4B5A0}" srcOrd="1" destOrd="0" presId="urn:microsoft.com/office/officeart/2018/5/layout/IconLeafLabelList"/>
    <dgm:cxn modelId="{8F7C6F12-9FEA-436C-B4C0-5B6192963280}" type="presParOf" srcId="{5793CC3B-8125-4596-A180-4B8D26AC3F21}" destId="{276D7BF4-3EEC-4BE8-9AF0-3EC837F94C82}" srcOrd="2" destOrd="0" presId="urn:microsoft.com/office/officeart/2018/5/layout/IconLeafLabelList"/>
    <dgm:cxn modelId="{CABEC051-5C57-47D3-8758-B5A89F783B57}" type="presParOf" srcId="{5793CC3B-8125-4596-A180-4B8D26AC3F21}" destId="{125EB13A-1458-45A1-8ADF-2DCB384A07B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FB5FA9A-D41E-4C66-87C0-1DA0404EE7FA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46A0A6B-9D91-482F-B63E-793A8101E2F9}">
      <dgm:prSet/>
      <dgm:spPr/>
      <dgm:t>
        <a:bodyPr/>
        <a:lstStyle/>
        <a:p>
          <a:r>
            <a:rPr lang="en-US"/>
            <a:t>Search bookings.</a:t>
          </a:r>
        </a:p>
      </dgm:t>
    </dgm:pt>
    <dgm:pt modelId="{89B705DD-86B7-4A54-A087-44AF3817FAE3}" type="parTrans" cxnId="{F0346E2B-8BBC-41D6-B121-88B0CFCA5C57}">
      <dgm:prSet/>
      <dgm:spPr/>
      <dgm:t>
        <a:bodyPr/>
        <a:lstStyle/>
        <a:p>
          <a:endParaRPr lang="en-US"/>
        </a:p>
      </dgm:t>
    </dgm:pt>
    <dgm:pt modelId="{2E1235D4-6BDE-44E5-BD58-2AA935B684A5}" type="sibTrans" cxnId="{F0346E2B-8BBC-41D6-B121-88B0CFCA5C57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61371FA2-8B66-472D-9020-8072C0DC121A}">
      <dgm:prSet/>
      <dgm:spPr/>
      <dgm:t>
        <a:bodyPr/>
        <a:lstStyle/>
        <a:p>
          <a:r>
            <a:rPr lang="en-US"/>
            <a:t>Check in attendees. </a:t>
          </a:r>
        </a:p>
      </dgm:t>
    </dgm:pt>
    <dgm:pt modelId="{114B9A04-A629-40F6-9239-15A044C766F9}" type="parTrans" cxnId="{63150B47-7454-424F-B503-2C3B27452A77}">
      <dgm:prSet/>
      <dgm:spPr/>
      <dgm:t>
        <a:bodyPr/>
        <a:lstStyle/>
        <a:p>
          <a:endParaRPr lang="en-US"/>
        </a:p>
      </dgm:t>
    </dgm:pt>
    <dgm:pt modelId="{390A71CF-0EE0-4BFD-8F75-9805D947D7A3}" type="sibTrans" cxnId="{63150B47-7454-424F-B503-2C3B27452A77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F221E79-7E0E-4DC3-8660-6ED8F9F17FA7}">
      <dgm:prSet/>
      <dgm:spPr/>
      <dgm:t>
        <a:bodyPr/>
        <a:lstStyle/>
        <a:p>
          <a:r>
            <a:rPr lang="en-US"/>
            <a:t>Prevent duplicates.</a:t>
          </a:r>
        </a:p>
      </dgm:t>
    </dgm:pt>
    <dgm:pt modelId="{7056E96D-8657-4474-9DE0-3F8FF7F81D34}" type="parTrans" cxnId="{01789641-ABEC-4584-9FE5-845CCA098AD4}">
      <dgm:prSet/>
      <dgm:spPr/>
      <dgm:t>
        <a:bodyPr/>
        <a:lstStyle/>
        <a:p>
          <a:endParaRPr lang="en-US"/>
        </a:p>
      </dgm:t>
    </dgm:pt>
    <dgm:pt modelId="{67D9436D-00EB-40D0-8B61-083688ECF91C}" type="sibTrans" cxnId="{01789641-ABEC-4584-9FE5-845CCA098AD4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B43FA063-553B-4242-9443-303F492A49C6}">
      <dgm:prSet/>
      <dgm:spPr/>
      <dgm:t>
        <a:bodyPr/>
        <a:lstStyle/>
        <a:p>
          <a:r>
            <a:rPr lang="en-US"/>
            <a:t>Store attendance. </a:t>
          </a:r>
        </a:p>
      </dgm:t>
    </dgm:pt>
    <dgm:pt modelId="{43AC8D81-8F78-4078-A803-7031EEF565A9}" type="parTrans" cxnId="{A6384901-7655-4090-B5A7-9C6D62A8087A}">
      <dgm:prSet/>
      <dgm:spPr/>
      <dgm:t>
        <a:bodyPr/>
        <a:lstStyle/>
        <a:p>
          <a:endParaRPr lang="en-US"/>
        </a:p>
      </dgm:t>
    </dgm:pt>
    <dgm:pt modelId="{18A1E22A-9D1C-46C7-B1B0-9226734B782A}" type="sibTrans" cxnId="{A6384901-7655-4090-B5A7-9C6D62A8087A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B90350D6-A6D8-4385-82AD-8D88ADAFF9FC}">
      <dgm:prSet/>
      <dgm:spPr/>
      <dgm:t>
        <a:bodyPr/>
        <a:lstStyle/>
        <a:p>
          <a:r>
            <a:rPr lang="en-US"/>
            <a:t>Generate reports and export data.</a:t>
          </a:r>
        </a:p>
      </dgm:t>
    </dgm:pt>
    <dgm:pt modelId="{C5509AE5-7C1B-4B32-9532-B2D8AC67742D}" type="parTrans" cxnId="{12316ACA-E0A9-420B-AA51-192A8C5B39EC}">
      <dgm:prSet/>
      <dgm:spPr/>
      <dgm:t>
        <a:bodyPr/>
        <a:lstStyle/>
        <a:p>
          <a:endParaRPr lang="en-US"/>
        </a:p>
      </dgm:t>
    </dgm:pt>
    <dgm:pt modelId="{313BAFAE-DEB0-4C81-8FD6-574B15263645}" type="sibTrans" cxnId="{12316ACA-E0A9-420B-AA51-192A8C5B39EC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C8E13A4B-B584-47E1-88AC-49AB435F28AF}" type="pres">
      <dgm:prSet presAssocID="{4FB5FA9A-D41E-4C66-87C0-1DA0404EE7FA}" presName="Name0" presStyleCnt="0">
        <dgm:presLayoutVars>
          <dgm:animLvl val="lvl"/>
          <dgm:resizeHandles val="exact"/>
        </dgm:presLayoutVars>
      </dgm:prSet>
      <dgm:spPr/>
    </dgm:pt>
    <dgm:pt modelId="{CE5F3C2A-295A-4345-8193-1454D1EEC42C}" type="pres">
      <dgm:prSet presAssocID="{446A0A6B-9D91-482F-B63E-793A8101E2F9}" presName="compositeNode" presStyleCnt="0">
        <dgm:presLayoutVars>
          <dgm:bulletEnabled val="1"/>
        </dgm:presLayoutVars>
      </dgm:prSet>
      <dgm:spPr/>
    </dgm:pt>
    <dgm:pt modelId="{CEBE3E8B-3E9F-4E37-ACB0-B0CA248FBA12}" type="pres">
      <dgm:prSet presAssocID="{446A0A6B-9D91-482F-B63E-793A8101E2F9}" presName="bgRect" presStyleLbl="bgAccFollowNode1" presStyleIdx="0" presStyleCnt="5"/>
      <dgm:spPr/>
    </dgm:pt>
    <dgm:pt modelId="{1F689158-D556-4D5D-BFF1-3D7E587BC7E6}" type="pres">
      <dgm:prSet presAssocID="{2E1235D4-6BDE-44E5-BD58-2AA935B684A5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3F8AA57C-3275-4DAF-ACC3-037C59002DEB}" type="pres">
      <dgm:prSet presAssocID="{446A0A6B-9D91-482F-B63E-793A8101E2F9}" presName="bottomLine" presStyleLbl="alignNode1" presStyleIdx="1" presStyleCnt="10">
        <dgm:presLayoutVars/>
      </dgm:prSet>
      <dgm:spPr/>
    </dgm:pt>
    <dgm:pt modelId="{5CFB7822-55BE-4209-87A6-124FF3D39579}" type="pres">
      <dgm:prSet presAssocID="{446A0A6B-9D91-482F-B63E-793A8101E2F9}" presName="nodeText" presStyleLbl="bgAccFollowNode1" presStyleIdx="0" presStyleCnt="5">
        <dgm:presLayoutVars>
          <dgm:bulletEnabled val="1"/>
        </dgm:presLayoutVars>
      </dgm:prSet>
      <dgm:spPr/>
    </dgm:pt>
    <dgm:pt modelId="{1DB52262-6D18-4BAE-BF9F-63B0EEB875DE}" type="pres">
      <dgm:prSet presAssocID="{2E1235D4-6BDE-44E5-BD58-2AA935B684A5}" presName="sibTrans" presStyleCnt="0"/>
      <dgm:spPr/>
    </dgm:pt>
    <dgm:pt modelId="{6EEF69A2-EA98-4528-99AB-44A9B974C2B8}" type="pres">
      <dgm:prSet presAssocID="{61371FA2-8B66-472D-9020-8072C0DC121A}" presName="compositeNode" presStyleCnt="0">
        <dgm:presLayoutVars>
          <dgm:bulletEnabled val="1"/>
        </dgm:presLayoutVars>
      </dgm:prSet>
      <dgm:spPr/>
    </dgm:pt>
    <dgm:pt modelId="{051E6375-B937-4474-AB79-A78AD328FD7C}" type="pres">
      <dgm:prSet presAssocID="{61371FA2-8B66-472D-9020-8072C0DC121A}" presName="bgRect" presStyleLbl="bgAccFollowNode1" presStyleIdx="1" presStyleCnt="5"/>
      <dgm:spPr/>
    </dgm:pt>
    <dgm:pt modelId="{61D9E8E1-D5B1-4671-9CD0-6D2261AC1A46}" type="pres">
      <dgm:prSet presAssocID="{390A71CF-0EE0-4BFD-8F75-9805D947D7A3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B8FC5BD7-06E2-4415-A6B8-724E471120E1}" type="pres">
      <dgm:prSet presAssocID="{61371FA2-8B66-472D-9020-8072C0DC121A}" presName="bottomLine" presStyleLbl="alignNode1" presStyleIdx="3" presStyleCnt="10">
        <dgm:presLayoutVars/>
      </dgm:prSet>
      <dgm:spPr/>
    </dgm:pt>
    <dgm:pt modelId="{9CE0CCAE-AE28-4201-B3E2-1C369B905D96}" type="pres">
      <dgm:prSet presAssocID="{61371FA2-8B66-472D-9020-8072C0DC121A}" presName="nodeText" presStyleLbl="bgAccFollowNode1" presStyleIdx="1" presStyleCnt="5">
        <dgm:presLayoutVars>
          <dgm:bulletEnabled val="1"/>
        </dgm:presLayoutVars>
      </dgm:prSet>
      <dgm:spPr/>
    </dgm:pt>
    <dgm:pt modelId="{EFCCD88D-9215-4489-B7C2-3941A4EB4AC2}" type="pres">
      <dgm:prSet presAssocID="{390A71CF-0EE0-4BFD-8F75-9805D947D7A3}" presName="sibTrans" presStyleCnt="0"/>
      <dgm:spPr/>
    </dgm:pt>
    <dgm:pt modelId="{1A868948-9097-407F-B3C9-B3884CA8477B}" type="pres">
      <dgm:prSet presAssocID="{CF221E79-7E0E-4DC3-8660-6ED8F9F17FA7}" presName="compositeNode" presStyleCnt="0">
        <dgm:presLayoutVars>
          <dgm:bulletEnabled val="1"/>
        </dgm:presLayoutVars>
      </dgm:prSet>
      <dgm:spPr/>
    </dgm:pt>
    <dgm:pt modelId="{70B109CE-EF2F-452B-AB0D-A9DFD35B040B}" type="pres">
      <dgm:prSet presAssocID="{CF221E79-7E0E-4DC3-8660-6ED8F9F17FA7}" presName="bgRect" presStyleLbl="bgAccFollowNode1" presStyleIdx="2" presStyleCnt="5"/>
      <dgm:spPr/>
    </dgm:pt>
    <dgm:pt modelId="{41DB76B3-6626-4782-ADAC-8A17D90575EA}" type="pres">
      <dgm:prSet presAssocID="{67D9436D-00EB-40D0-8B61-083688ECF91C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D4B7A922-AB68-4ADC-900D-7D86B3A41F6C}" type="pres">
      <dgm:prSet presAssocID="{CF221E79-7E0E-4DC3-8660-6ED8F9F17FA7}" presName="bottomLine" presStyleLbl="alignNode1" presStyleIdx="5" presStyleCnt="10">
        <dgm:presLayoutVars/>
      </dgm:prSet>
      <dgm:spPr/>
    </dgm:pt>
    <dgm:pt modelId="{E941E7CB-1832-48F3-BC1C-79671C49ACCE}" type="pres">
      <dgm:prSet presAssocID="{CF221E79-7E0E-4DC3-8660-6ED8F9F17FA7}" presName="nodeText" presStyleLbl="bgAccFollowNode1" presStyleIdx="2" presStyleCnt="5">
        <dgm:presLayoutVars>
          <dgm:bulletEnabled val="1"/>
        </dgm:presLayoutVars>
      </dgm:prSet>
      <dgm:spPr/>
    </dgm:pt>
    <dgm:pt modelId="{41C9FF09-895B-4C11-9B15-096328AAA285}" type="pres">
      <dgm:prSet presAssocID="{67D9436D-00EB-40D0-8B61-083688ECF91C}" presName="sibTrans" presStyleCnt="0"/>
      <dgm:spPr/>
    </dgm:pt>
    <dgm:pt modelId="{B8CCBEE6-D369-4036-8D13-236866F4EC74}" type="pres">
      <dgm:prSet presAssocID="{B43FA063-553B-4242-9443-303F492A49C6}" presName="compositeNode" presStyleCnt="0">
        <dgm:presLayoutVars>
          <dgm:bulletEnabled val="1"/>
        </dgm:presLayoutVars>
      </dgm:prSet>
      <dgm:spPr/>
    </dgm:pt>
    <dgm:pt modelId="{24E97A5A-42D1-44D7-AAE1-83DA7E6A935C}" type="pres">
      <dgm:prSet presAssocID="{B43FA063-553B-4242-9443-303F492A49C6}" presName="bgRect" presStyleLbl="bgAccFollowNode1" presStyleIdx="3" presStyleCnt="5"/>
      <dgm:spPr/>
    </dgm:pt>
    <dgm:pt modelId="{D10468A5-8DD7-449C-9828-524CEA72904C}" type="pres">
      <dgm:prSet presAssocID="{18A1E22A-9D1C-46C7-B1B0-9226734B782A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95225371-F6C5-467C-B0ED-C37FFE8B904D}" type="pres">
      <dgm:prSet presAssocID="{B43FA063-553B-4242-9443-303F492A49C6}" presName="bottomLine" presStyleLbl="alignNode1" presStyleIdx="7" presStyleCnt="10">
        <dgm:presLayoutVars/>
      </dgm:prSet>
      <dgm:spPr/>
    </dgm:pt>
    <dgm:pt modelId="{0C6DB725-7F56-42AB-9B6D-3B2C8EE82949}" type="pres">
      <dgm:prSet presAssocID="{B43FA063-553B-4242-9443-303F492A49C6}" presName="nodeText" presStyleLbl="bgAccFollowNode1" presStyleIdx="3" presStyleCnt="5">
        <dgm:presLayoutVars>
          <dgm:bulletEnabled val="1"/>
        </dgm:presLayoutVars>
      </dgm:prSet>
      <dgm:spPr/>
    </dgm:pt>
    <dgm:pt modelId="{F0FB8663-1C56-4B0A-BE86-9AA28778F42A}" type="pres">
      <dgm:prSet presAssocID="{18A1E22A-9D1C-46C7-B1B0-9226734B782A}" presName="sibTrans" presStyleCnt="0"/>
      <dgm:spPr/>
    </dgm:pt>
    <dgm:pt modelId="{29FFED07-552E-4166-984D-CB2F0C4EBF5A}" type="pres">
      <dgm:prSet presAssocID="{B90350D6-A6D8-4385-82AD-8D88ADAFF9FC}" presName="compositeNode" presStyleCnt="0">
        <dgm:presLayoutVars>
          <dgm:bulletEnabled val="1"/>
        </dgm:presLayoutVars>
      </dgm:prSet>
      <dgm:spPr/>
    </dgm:pt>
    <dgm:pt modelId="{9B23EAC0-6BDB-4C84-899B-F5E57C904EE2}" type="pres">
      <dgm:prSet presAssocID="{B90350D6-A6D8-4385-82AD-8D88ADAFF9FC}" presName="bgRect" presStyleLbl="bgAccFollowNode1" presStyleIdx="4" presStyleCnt="5"/>
      <dgm:spPr/>
    </dgm:pt>
    <dgm:pt modelId="{ED1ADA04-A25B-45A1-B224-FF5A342C4D54}" type="pres">
      <dgm:prSet presAssocID="{313BAFAE-DEB0-4C81-8FD6-574B15263645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C2740725-A506-4447-BEA8-3DB10D82F104}" type="pres">
      <dgm:prSet presAssocID="{B90350D6-A6D8-4385-82AD-8D88ADAFF9FC}" presName="bottomLine" presStyleLbl="alignNode1" presStyleIdx="9" presStyleCnt="10">
        <dgm:presLayoutVars/>
      </dgm:prSet>
      <dgm:spPr/>
    </dgm:pt>
    <dgm:pt modelId="{8BD7E170-07BC-426C-B46F-E0D0D6D8EC3B}" type="pres">
      <dgm:prSet presAssocID="{B90350D6-A6D8-4385-82AD-8D88ADAFF9FC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A6384901-7655-4090-B5A7-9C6D62A8087A}" srcId="{4FB5FA9A-D41E-4C66-87C0-1DA0404EE7FA}" destId="{B43FA063-553B-4242-9443-303F492A49C6}" srcOrd="3" destOrd="0" parTransId="{43AC8D81-8F78-4078-A803-7031EEF565A9}" sibTransId="{18A1E22A-9D1C-46C7-B1B0-9226734B782A}"/>
    <dgm:cxn modelId="{E8B62A19-5C86-455F-8B2C-87C1ABCC99DF}" type="presOf" srcId="{B90350D6-A6D8-4385-82AD-8D88ADAFF9FC}" destId="{9B23EAC0-6BDB-4C84-899B-F5E57C904EE2}" srcOrd="0" destOrd="0" presId="urn:microsoft.com/office/officeart/2016/7/layout/BasicLinearProcessNumbered"/>
    <dgm:cxn modelId="{31AF7524-C7C0-4AF5-A26A-1B280FBD45BE}" type="presOf" srcId="{B43FA063-553B-4242-9443-303F492A49C6}" destId="{24E97A5A-42D1-44D7-AAE1-83DA7E6A935C}" srcOrd="0" destOrd="0" presId="urn:microsoft.com/office/officeart/2016/7/layout/BasicLinearProcessNumbered"/>
    <dgm:cxn modelId="{2413A426-AE89-4293-A9F0-745FC778F912}" type="presOf" srcId="{61371FA2-8B66-472D-9020-8072C0DC121A}" destId="{051E6375-B937-4474-AB79-A78AD328FD7C}" srcOrd="0" destOrd="0" presId="urn:microsoft.com/office/officeart/2016/7/layout/BasicLinearProcessNumbered"/>
    <dgm:cxn modelId="{F0346E2B-8BBC-41D6-B121-88B0CFCA5C57}" srcId="{4FB5FA9A-D41E-4C66-87C0-1DA0404EE7FA}" destId="{446A0A6B-9D91-482F-B63E-793A8101E2F9}" srcOrd="0" destOrd="0" parTransId="{89B705DD-86B7-4A54-A087-44AF3817FAE3}" sibTransId="{2E1235D4-6BDE-44E5-BD58-2AA935B684A5}"/>
    <dgm:cxn modelId="{01789641-ABEC-4584-9FE5-845CCA098AD4}" srcId="{4FB5FA9A-D41E-4C66-87C0-1DA0404EE7FA}" destId="{CF221E79-7E0E-4DC3-8660-6ED8F9F17FA7}" srcOrd="2" destOrd="0" parTransId="{7056E96D-8657-4474-9DE0-3F8FF7F81D34}" sibTransId="{67D9436D-00EB-40D0-8B61-083688ECF91C}"/>
    <dgm:cxn modelId="{63150B47-7454-424F-B503-2C3B27452A77}" srcId="{4FB5FA9A-D41E-4C66-87C0-1DA0404EE7FA}" destId="{61371FA2-8B66-472D-9020-8072C0DC121A}" srcOrd="1" destOrd="0" parTransId="{114B9A04-A629-40F6-9239-15A044C766F9}" sibTransId="{390A71CF-0EE0-4BFD-8F75-9805D947D7A3}"/>
    <dgm:cxn modelId="{BC29D749-D720-441F-B715-7041909944BD}" type="presOf" srcId="{390A71CF-0EE0-4BFD-8F75-9805D947D7A3}" destId="{61D9E8E1-D5B1-4671-9CD0-6D2261AC1A46}" srcOrd="0" destOrd="0" presId="urn:microsoft.com/office/officeart/2016/7/layout/BasicLinearProcessNumbered"/>
    <dgm:cxn modelId="{58464F51-EC49-4FD8-9BF7-25E0ABA0CBC6}" type="presOf" srcId="{B43FA063-553B-4242-9443-303F492A49C6}" destId="{0C6DB725-7F56-42AB-9B6D-3B2C8EE82949}" srcOrd="1" destOrd="0" presId="urn:microsoft.com/office/officeart/2016/7/layout/BasicLinearProcessNumbered"/>
    <dgm:cxn modelId="{557F707F-B75E-408C-B444-C6B28D0FD971}" type="presOf" srcId="{18A1E22A-9D1C-46C7-B1B0-9226734B782A}" destId="{D10468A5-8DD7-449C-9828-524CEA72904C}" srcOrd="0" destOrd="0" presId="urn:microsoft.com/office/officeart/2016/7/layout/BasicLinearProcessNumbered"/>
    <dgm:cxn modelId="{181D9B7F-4DBE-45D7-AF21-070E238747A1}" type="presOf" srcId="{B90350D6-A6D8-4385-82AD-8D88ADAFF9FC}" destId="{8BD7E170-07BC-426C-B46F-E0D0D6D8EC3B}" srcOrd="1" destOrd="0" presId="urn:microsoft.com/office/officeart/2016/7/layout/BasicLinearProcessNumbered"/>
    <dgm:cxn modelId="{2968648A-51BE-4FB1-AD63-E80B59EBEFE0}" type="presOf" srcId="{313BAFAE-DEB0-4C81-8FD6-574B15263645}" destId="{ED1ADA04-A25B-45A1-B224-FF5A342C4D54}" srcOrd="0" destOrd="0" presId="urn:microsoft.com/office/officeart/2016/7/layout/BasicLinearProcessNumbered"/>
    <dgm:cxn modelId="{4E14A298-5168-4900-9259-BEBF99EF457B}" type="presOf" srcId="{CF221E79-7E0E-4DC3-8660-6ED8F9F17FA7}" destId="{E941E7CB-1832-48F3-BC1C-79671C49ACCE}" srcOrd="1" destOrd="0" presId="urn:microsoft.com/office/officeart/2016/7/layout/BasicLinearProcessNumbered"/>
    <dgm:cxn modelId="{7D164AAA-C279-48BC-BB24-77F4DA3F89AC}" type="presOf" srcId="{4FB5FA9A-D41E-4C66-87C0-1DA0404EE7FA}" destId="{C8E13A4B-B584-47E1-88AC-49AB435F28AF}" srcOrd="0" destOrd="0" presId="urn:microsoft.com/office/officeart/2016/7/layout/BasicLinearProcessNumbered"/>
    <dgm:cxn modelId="{FD43B0B0-081D-4844-8F5D-6AA5093476BF}" type="presOf" srcId="{CF221E79-7E0E-4DC3-8660-6ED8F9F17FA7}" destId="{70B109CE-EF2F-452B-AB0D-A9DFD35B040B}" srcOrd="0" destOrd="0" presId="urn:microsoft.com/office/officeart/2016/7/layout/BasicLinearProcessNumbered"/>
    <dgm:cxn modelId="{12316ACA-E0A9-420B-AA51-192A8C5B39EC}" srcId="{4FB5FA9A-D41E-4C66-87C0-1DA0404EE7FA}" destId="{B90350D6-A6D8-4385-82AD-8D88ADAFF9FC}" srcOrd="4" destOrd="0" parTransId="{C5509AE5-7C1B-4B32-9532-B2D8AC67742D}" sibTransId="{313BAFAE-DEB0-4C81-8FD6-574B15263645}"/>
    <dgm:cxn modelId="{942D14D5-E1CB-4FB0-A431-EF0100BE96C7}" type="presOf" srcId="{446A0A6B-9D91-482F-B63E-793A8101E2F9}" destId="{5CFB7822-55BE-4209-87A6-124FF3D39579}" srcOrd="1" destOrd="0" presId="urn:microsoft.com/office/officeart/2016/7/layout/BasicLinearProcessNumbered"/>
    <dgm:cxn modelId="{5D3D46D8-0597-4C89-8E4B-B7B6C2FE4213}" type="presOf" srcId="{67D9436D-00EB-40D0-8B61-083688ECF91C}" destId="{41DB76B3-6626-4782-ADAC-8A17D90575EA}" srcOrd="0" destOrd="0" presId="urn:microsoft.com/office/officeart/2016/7/layout/BasicLinearProcessNumbered"/>
    <dgm:cxn modelId="{5297BADA-7788-4115-A6B7-772362716534}" type="presOf" srcId="{2E1235D4-6BDE-44E5-BD58-2AA935B684A5}" destId="{1F689158-D556-4D5D-BFF1-3D7E587BC7E6}" srcOrd="0" destOrd="0" presId="urn:microsoft.com/office/officeart/2016/7/layout/BasicLinearProcessNumbered"/>
    <dgm:cxn modelId="{7739B1E6-CD9F-4C33-94AE-290837B7B8FB}" type="presOf" srcId="{446A0A6B-9D91-482F-B63E-793A8101E2F9}" destId="{CEBE3E8B-3E9F-4E37-ACB0-B0CA248FBA12}" srcOrd="0" destOrd="0" presId="urn:microsoft.com/office/officeart/2016/7/layout/BasicLinearProcessNumbered"/>
    <dgm:cxn modelId="{F93D0CF9-9E10-4ADA-941F-D3537C8602BF}" type="presOf" srcId="{61371FA2-8B66-472D-9020-8072C0DC121A}" destId="{9CE0CCAE-AE28-4201-B3E2-1C369B905D96}" srcOrd="1" destOrd="0" presId="urn:microsoft.com/office/officeart/2016/7/layout/BasicLinearProcessNumbered"/>
    <dgm:cxn modelId="{5B5AB33D-0870-4E1F-8C20-F8EEA12B3090}" type="presParOf" srcId="{C8E13A4B-B584-47E1-88AC-49AB435F28AF}" destId="{CE5F3C2A-295A-4345-8193-1454D1EEC42C}" srcOrd="0" destOrd="0" presId="urn:microsoft.com/office/officeart/2016/7/layout/BasicLinearProcessNumbered"/>
    <dgm:cxn modelId="{C04AC193-8B65-4AFC-8AE3-B2B2E16AA7B0}" type="presParOf" srcId="{CE5F3C2A-295A-4345-8193-1454D1EEC42C}" destId="{CEBE3E8B-3E9F-4E37-ACB0-B0CA248FBA12}" srcOrd="0" destOrd="0" presId="urn:microsoft.com/office/officeart/2016/7/layout/BasicLinearProcessNumbered"/>
    <dgm:cxn modelId="{99E5324C-9D7E-4B34-840E-69728D4E9325}" type="presParOf" srcId="{CE5F3C2A-295A-4345-8193-1454D1EEC42C}" destId="{1F689158-D556-4D5D-BFF1-3D7E587BC7E6}" srcOrd="1" destOrd="0" presId="urn:microsoft.com/office/officeart/2016/7/layout/BasicLinearProcessNumbered"/>
    <dgm:cxn modelId="{3FF9951A-31A2-45DD-881A-CF1B4A540C92}" type="presParOf" srcId="{CE5F3C2A-295A-4345-8193-1454D1EEC42C}" destId="{3F8AA57C-3275-4DAF-ACC3-037C59002DEB}" srcOrd="2" destOrd="0" presId="urn:microsoft.com/office/officeart/2016/7/layout/BasicLinearProcessNumbered"/>
    <dgm:cxn modelId="{BF73D6BE-2921-4313-9494-64C295DFC930}" type="presParOf" srcId="{CE5F3C2A-295A-4345-8193-1454D1EEC42C}" destId="{5CFB7822-55BE-4209-87A6-124FF3D39579}" srcOrd="3" destOrd="0" presId="urn:microsoft.com/office/officeart/2016/7/layout/BasicLinearProcessNumbered"/>
    <dgm:cxn modelId="{71FC2641-854A-4E6B-B016-E479DCF29388}" type="presParOf" srcId="{C8E13A4B-B584-47E1-88AC-49AB435F28AF}" destId="{1DB52262-6D18-4BAE-BF9F-63B0EEB875DE}" srcOrd="1" destOrd="0" presId="urn:microsoft.com/office/officeart/2016/7/layout/BasicLinearProcessNumbered"/>
    <dgm:cxn modelId="{D42108A5-850C-46C9-AEA3-1115C155852E}" type="presParOf" srcId="{C8E13A4B-B584-47E1-88AC-49AB435F28AF}" destId="{6EEF69A2-EA98-4528-99AB-44A9B974C2B8}" srcOrd="2" destOrd="0" presId="urn:microsoft.com/office/officeart/2016/7/layout/BasicLinearProcessNumbered"/>
    <dgm:cxn modelId="{1D5713D1-2728-46AC-A4C4-91E239F188C6}" type="presParOf" srcId="{6EEF69A2-EA98-4528-99AB-44A9B974C2B8}" destId="{051E6375-B937-4474-AB79-A78AD328FD7C}" srcOrd="0" destOrd="0" presId="urn:microsoft.com/office/officeart/2016/7/layout/BasicLinearProcessNumbered"/>
    <dgm:cxn modelId="{1E495A7C-6F09-4F38-9B1A-4FB762300B74}" type="presParOf" srcId="{6EEF69A2-EA98-4528-99AB-44A9B974C2B8}" destId="{61D9E8E1-D5B1-4671-9CD0-6D2261AC1A46}" srcOrd="1" destOrd="0" presId="urn:microsoft.com/office/officeart/2016/7/layout/BasicLinearProcessNumbered"/>
    <dgm:cxn modelId="{F5C91086-E335-4F86-A7CB-FA5EFA0EDE11}" type="presParOf" srcId="{6EEF69A2-EA98-4528-99AB-44A9B974C2B8}" destId="{B8FC5BD7-06E2-4415-A6B8-724E471120E1}" srcOrd="2" destOrd="0" presId="urn:microsoft.com/office/officeart/2016/7/layout/BasicLinearProcessNumbered"/>
    <dgm:cxn modelId="{4B063507-693D-4571-94E7-972085435F69}" type="presParOf" srcId="{6EEF69A2-EA98-4528-99AB-44A9B974C2B8}" destId="{9CE0CCAE-AE28-4201-B3E2-1C369B905D96}" srcOrd="3" destOrd="0" presId="urn:microsoft.com/office/officeart/2016/7/layout/BasicLinearProcessNumbered"/>
    <dgm:cxn modelId="{A04B4987-3A01-43CA-82D8-E9E3589F1C48}" type="presParOf" srcId="{C8E13A4B-B584-47E1-88AC-49AB435F28AF}" destId="{EFCCD88D-9215-4489-B7C2-3941A4EB4AC2}" srcOrd="3" destOrd="0" presId="urn:microsoft.com/office/officeart/2016/7/layout/BasicLinearProcessNumbered"/>
    <dgm:cxn modelId="{9F4C0149-D651-4639-8071-EC206DEB4BA1}" type="presParOf" srcId="{C8E13A4B-B584-47E1-88AC-49AB435F28AF}" destId="{1A868948-9097-407F-B3C9-B3884CA8477B}" srcOrd="4" destOrd="0" presId="urn:microsoft.com/office/officeart/2016/7/layout/BasicLinearProcessNumbered"/>
    <dgm:cxn modelId="{F7B6345F-08BA-43F3-B0DB-20648BA274E8}" type="presParOf" srcId="{1A868948-9097-407F-B3C9-B3884CA8477B}" destId="{70B109CE-EF2F-452B-AB0D-A9DFD35B040B}" srcOrd="0" destOrd="0" presId="urn:microsoft.com/office/officeart/2016/7/layout/BasicLinearProcessNumbered"/>
    <dgm:cxn modelId="{83B4B9F6-10D2-4142-8A52-197949C6DAD2}" type="presParOf" srcId="{1A868948-9097-407F-B3C9-B3884CA8477B}" destId="{41DB76B3-6626-4782-ADAC-8A17D90575EA}" srcOrd="1" destOrd="0" presId="urn:microsoft.com/office/officeart/2016/7/layout/BasicLinearProcessNumbered"/>
    <dgm:cxn modelId="{08B1B2C1-1F7A-4A11-8324-190234FDC74F}" type="presParOf" srcId="{1A868948-9097-407F-B3C9-B3884CA8477B}" destId="{D4B7A922-AB68-4ADC-900D-7D86B3A41F6C}" srcOrd="2" destOrd="0" presId="urn:microsoft.com/office/officeart/2016/7/layout/BasicLinearProcessNumbered"/>
    <dgm:cxn modelId="{2B1038F6-2B90-4ECA-AE45-A9F12821B1F6}" type="presParOf" srcId="{1A868948-9097-407F-B3C9-B3884CA8477B}" destId="{E941E7CB-1832-48F3-BC1C-79671C49ACCE}" srcOrd="3" destOrd="0" presId="urn:microsoft.com/office/officeart/2016/7/layout/BasicLinearProcessNumbered"/>
    <dgm:cxn modelId="{1F4ADBA3-94FF-410A-B642-376F0E6C3040}" type="presParOf" srcId="{C8E13A4B-B584-47E1-88AC-49AB435F28AF}" destId="{41C9FF09-895B-4C11-9B15-096328AAA285}" srcOrd="5" destOrd="0" presId="urn:microsoft.com/office/officeart/2016/7/layout/BasicLinearProcessNumbered"/>
    <dgm:cxn modelId="{ED57E761-1907-420C-BE69-055C0454EA07}" type="presParOf" srcId="{C8E13A4B-B584-47E1-88AC-49AB435F28AF}" destId="{B8CCBEE6-D369-4036-8D13-236866F4EC74}" srcOrd="6" destOrd="0" presId="urn:microsoft.com/office/officeart/2016/7/layout/BasicLinearProcessNumbered"/>
    <dgm:cxn modelId="{881410F1-29E0-4BCE-B7A9-0586915DB4BB}" type="presParOf" srcId="{B8CCBEE6-D369-4036-8D13-236866F4EC74}" destId="{24E97A5A-42D1-44D7-AAE1-83DA7E6A935C}" srcOrd="0" destOrd="0" presId="urn:microsoft.com/office/officeart/2016/7/layout/BasicLinearProcessNumbered"/>
    <dgm:cxn modelId="{640BBF45-050C-4BC6-A587-E4361E80222B}" type="presParOf" srcId="{B8CCBEE6-D369-4036-8D13-236866F4EC74}" destId="{D10468A5-8DD7-449C-9828-524CEA72904C}" srcOrd="1" destOrd="0" presId="urn:microsoft.com/office/officeart/2016/7/layout/BasicLinearProcessNumbered"/>
    <dgm:cxn modelId="{172EB189-3AF6-4F94-95EE-6C37170A4FD4}" type="presParOf" srcId="{B8CCBEE6-D369-4036-8D13-236866F4EC74}" destId="{95225371-F6C5-467C-B0ED-C37FFE8B904D}" srcOrd="2" destOrd="0" presId="urn:microsoft.com/office/officeart/2016/7/layout/BasicLinearProcessNumbered"/>
    <dgm:cxn modelId="{5A6C9918-2A7B-49CB-A602-1EC3920FB8AF}" type="presParOf" srcId="{B8CCBEE6-D369-4036-8D13-236866F4EC74}" destId="{0C6DB725-7F56-42AB-9B6D-3B2C8EE82949}" srcOrd="3" destOrd="0" presId="urn:microsoft.com/office/officeart/2016/7/layout/BasicLinearProcessNumbered"/>
    <dgm:cxn modelId="{7B2351D6-9300-40A9-B959-6BF2B989F1B8}" type="presParOf" srcId="{C8E13A4B-B584-47E1-88AC-49AB435F28AF}" destId="{F0FB8663-1C56-4B0A-BE86-9AA28778F42A}" srcOrd="7" destOrd="0" presId="urn:microsoft.com/office/officeart/2016/7/layout/BasicLinearProcessNumbered"/>
    <dgm:cxn modelId="{2977F31A-4450-4283-9AAE-87D20F50DAF6}" type="presParOf" srcId="{C8E13A4B-B584-47E1-88AC-49AB435F28AF}" destId="{29FFED07-552E-4166-984D-CB2F0C4EBF5A}" srcOrd="8" destOrd="0" presId="urn:microsoft.com/office/officeart/2016/7/layout/BasicLinearProcessNumbered"/>
    <dgm:cxn modelId="{4FEF19AA-93DE-4678-9887-13C8E4B7225F}" type="presParOf" srcId="{29FFED07-552E-4166-984D-CB2F0C4EBF5A}" destId="{9B23EAC0-6BDB-4C84-899B-F5E57C904EE2}" srcOrd="0" destOrd="0" presId="urn:microsoft.com/office/officeart/2016/7/layout/BasicLinearProcessNumbered"/>
    <dgm:cxn modelId="{A3A8E384-C7FD-49FC-968F-3021E66FB3B1}" type="presParOf" srcId="{29FFED07-552E-4166-984D-CB2F0C4EBF5A}" destId="{ED1ADA04-A25B-45A1-B224-FF5A342C4D54}" srcOrd="1" destOrd="0" presId="urn:microsoft.com/office/officeart/2016/7/layout/BasicLinearProcessNumbered"/>
    <dgm:cxn modelId="{09E8DDB7-5BFE-4175-BCA3-A4DA7A738443}" type="presParOf" srcId="{29FFED07-552E-4166-984D-CB2F0C4EBF5A}" destId="{C2740725-A506-4447-BEA8-3DB10D82F104}" srcOrd="2" destOrd="0" presId="urn:microsoft.com/office/officeart/2016/7/layout/BasicLinearProcessNumbered"/>
    <dgm:cxn modelId="{EAA281AC-95D5-4D1F-A2FB-6ABD5432B664}" type="presParOf" srcId="{29FFED07-552E-4166-984D-CB2F0C4EBF5A}" destId="{8BD7E170-07BC-426C-B46F-E0D0D6D8EC3B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BF9CFC-0D7B-4B24-9D30-D9150326451D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01BBED-8C2E-45A6-98D5-2BE23AA1AAAF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24B59D-4E77-4A9A-B9D3-FAEAB9249353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NGC requires a self-service </a:t>
          </a:r>
          <a:r>
            <a:rPr lang="en-US" sz="2300" kern="1200">
              <a:latin typeface="Aptos Display" panose="02110004020202020204"/>
            </a:rPr>
            <a:t>kiosk, allowing</a:t>
          </a:r>
          <a:r>
            <a:rPr lang="en-US" sz="2300" kern="1200"/>
            <a:t> attendees to check in for convention </a:t>
          </a:r>
          <a:r>
            <a:rPr lang="en-US" sz="2300" kern="1200">
              <a:latin typeface="Calibri"/>
              <a:ea typeface="Calibri"/>
              <a:cs typeface="Calibri"/>
            </a:rPr>
            <a:t>talks they have previously booked.</a:t>
          </a:r>
          <a:r>
            <a:rPr lang="en-US" sz="2300" kern="1200">
              <a:latin typeface="Aptos Display" panose="02110004020202020204"/>
            </a:rPr>
            <a:t> </a:t>
          </a:r>
          <a:endParaRPr lang="en-US" sz="2300" kern="1200"/>
        </a:p>
      </dsp:txBody>
      <dsp:txXfrm>
        <a:off x="1939533" y="717"/>
        <a:ext cx="4362067" cy="1679249"/>
      </dsp:txXfrm>
    </dsp:sp>
    <dsp:sp modelId="{CF201409-2AD8-4730-895D-D7E54A28EBAD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EDD805-7934-4903-8B61-2604A34E6D23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818365-DDD9-42E2-946C-B35EBF4DB1BA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 The system will run in </a:t>
          </a:r>
          <a:r>
            <a:rPr lang="en-US" sz="2300" kern="1200">
              <a:latin typeface="Aptos Display" panose="02110004020202020204"/>
            </a:rPr>
            <a:t>Fullscreen</a:t>
          </a:r>
          <a:r>
            <a:rPr lang="en-US" sz="2300" kern="1200"/>
            <a:t> on a Raspberry Pi </a:t>
          </a:r>
        </a:p>
      </dsp:txBody>
      <dsp:txXfrm>
        <a:off x="1939533" y="2099779"/>
        <a:ext cx="4362067" cy="1679249"/>
      </dsp:txXfrm>
    </dsp:sp>
    <dsp:sp modelId="{CF5C544D-17A7-42BE-874E-A1EAD87CCD47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20EEC0-C3D3-4554-9B0E-A49A4177EA4A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B041CB-3DC7-4854-A894-9D6DF592973F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Aptos Display" panose="02110004020202020204"/>
            </a:rPr>
            <a:t>Connected</a:t>
          </a:r>
          <a:r>
            <a:rPr lang="en-US" sz="2300" kern="1200"/>
            <a:t> to a monitor and keyboard</a:t>
          </a:r>
        </a:p>
      </dsp:txBody>
      <dsp:txXfrm>
        <a:off x="1939533" y="4198841"/>
        <a:ext cx="4362067" cy="16792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826E66-52B3-440C-B56D-A4C5C1E42C8F}">
      <dsp:nvSpPr>
        <dsp:cNvPr id="0" name=""/>
        <dsp:cNvSpPr/>
      </dsp:nvSpPr>
      <dsp:spPr>
        <a:xfrm>
          <a:off x="2044800" y="37566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3A3DEF-B1C3-48AD-8BF3-AE1B1D54A252}">
      <dsp:nvSpPr>
        <dsp:cNvPr id="0" name=""/>
        <dsp:cNvSpPr/>
      </dsp:nvSpPr>
      <dsp:spPr>
        <a:xfrm>
          <a:off x="2512800" y="84366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268C6-DD56-4880-B732-11E253AC6574}">
      <dsp:nvSpPr>
        <dsp:cNvPr id="0" name=""/>
        <dsp:cNvSpPr/>
      </dsp:nvSpPr>
      <dsp:spPr>
        <a:xfrm>
          <a:off x="134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Reduce registration queues, provide accurate attendance records and deliver a simple </a:t>
          </a:r>
        </a:p>
      </dsp:txBody>
      <dsp:txXfrm>
        <a:off x="1342800" y="3255669"/>
        <a:ext cx="3600000" cy="720000"/>
      </dsp:txXfrm>
    </dsp:sp>
    <dsp:sp modelId="{3872F3C4-54DA-4F4F-A579-71DAC94CF411}">
      <dsp:nvSpPr>
        <dsp:cNvPr id="0" name=""/>
        <dsp:cNvSpPr/>
      </dsp:nvSpPr>
      <dsp:spPr>
        <a:xfrm>
          <a:off x="6274800" y="37566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84F546-C499-4596-97E1-CD964DA4B5A0}">
      <dsp:nvSpPr>
        <dsp:cNvPr id="0" name=""/>
        <dsp:cNvSpPr/>
      </dsp:nvSpPr>
      <dsp:spPr>
        <a:xfrm>
          <a:off x="6742800" y="84366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5EB13A-1458-45A1-8ADF-2DCB384A07BF}">
      <dsp:nvSpPr>
        <dsp:cNvPr id="0" name=""/>
        <dsp:cNvSpPr/>
      </dsp:nvSpPr>
      <dsp:spPr>
        <a:xfrm>
          <a:off x="557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>
              <a:latin typeface="Aptos Display" panose="02110004020202020204"/>
            </a:rPr>
            <a:t>Self-service</a:t>
          </a:r>
          <a:r>
            <a:rPr lang="en-US" sz="1500" kern="1200"/>
            <a:t> experience</a:t>
          </a:r>
        </a:p>
      </dsp:txBody>
      <dsp:txXfrm>
        <a:off x="5572800" y="3255669"/>
        <a:ext cx="36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BE3E8B-3E9F-4E37-ACB0-B0CA248FBA12}">
      <dsp:nvSpPr>
        <dsp:cNvPr id="0" name=""/>
        <dsp:cNvSpPr/>
      </dsp:nvSpPr>
      <dsp:spPr>
        <a:xfrm>
          <a:off x="3594" y="612236"/>
          <a:ext cx="1946002" cy="272440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Search bookings.</a:t>
          </a:r>
        </a:p>
      </dsp:txBody>
      <dsp:txXfrm>
        <a:off x="3594" y="1647509"/>
        <a:ext cx="1946002" cy="1634641"/>
      </dsp:txXfrm>
    </dsp:sp>
    <dsp:sp modelId="{1F689158-D556-4D5D-BFF1-3D7E587BC7E6}">
      <dsp:nvSpPr>
        <dsp:cNvPr id="0" name=""/>
        <dsp:cNvSpPr/>
      </dsp:nvSpPr>
      <dsp:spPr>
        <a:xfrm>
          <a:off x="567934" y="884676"/>
          <a:ext cx="817320" cy="81732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1</a:t>
          </a:r>
        </a:p>
      </dsp:txBody>
      <dsp:txXfrm>
        <a:off x="687628" y="1004370"/>
        <a:ext cx="577932" cy="577932"/>
      </dsp:txXfrm>
    </dsp:sp>
    <dsp:sp modelId="{3F8AA57C-3275-4DAF-ACC3-037C59002DEB}">
      <dsp:nvSpPr>
        <dsp:cNvPr id="0" name=""/>
        <dsp:cNvSpPr/>
      </dsp:nvSpPr>
      <dsp:spPr>
        <a:xfrm>
          <a:off x="3594" y="3336567"/>
          <a:ext cx="1946002" cy="72"/>
        </a:xfrm>
        <a:prstGeom prst="rect">
          <a:avLst/>
        </a:prstGeom>
        <a:solidFill>
          <a:schemeClr val="accent2">
            <a:hueOff val="715957"/>
            <a:satOff val="-2055"/>
            <a:lumOff val="-3290"/>
            <a:alphaOff val="0"/>
          </a:schemeClr>
        </a:solidFill>
        <a:ln w="19050" cap="flat" cmpd="sng" algn="ctr">
          <a:solidFill>
            <a:schemeClr val="accent2">
              <a:hueOff val="715957"/>
              <a:satOff val="-2055"/>
              <a:lumOff val="-32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1E6375-B937-4474-AB79-A78AD328FD7C}">
      <dsp:nvSpPr>
        <dsp:cNvPr id="0" name=""/>
        <dsp:cNvSpPr/>
      </dsp:nvSpPr>
      <dsp:spPr>
        <a:xfrm>
          <a:off x="2144196" y="612236"/>
          <a:ext cx="1946002" cy="2724403"/>
        </a:xfrm>
        <a:prstGeom prst="rect">
          <a:avLst/>
        </a:prstGeom>
        <a:solidFill>
          <a:schemeClr val="accent2">
            <a:tint val="40000"/>
            <a:alpha val="90000"/>
            <a:hueOff val="1683680"/>
            <a:satOff val="-15558"/>
            <a:lumOff val="-175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683680"/>
              <a:satOff val="-15558"/>
              <a:lumOff val="-17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Check in attendees. </a:t>
          </a:r>
        </a:p>
      </dsp:txBody>
      <dsp:txXfrm>
        <a:off x="2144196" y="1647509"/>
        <a:ext cx="1946002" cy="1634641"/>
      </dsp:txXfrm>
    </dsp:sp>
    <dsp:sp modelId="{61D9E8E1-D5B1-4671-9CD0-6D2261AC1A46}">
      <dsp:nvSpPr>
        <dsp:cNvPr id="0" name=""/>
        <dsp:cNvSpPr/>
      </dsp:nvSpPr>
      <dsp:spPr>
        <a:xfrm>
          <a:off x="2708537" y="884676"/>
          <a:ext cx="817320" cy="817320"/>
        </a:xfrm>
        <a:prstGeom prst="ellipse">
          <a:avLst/>
        </a:prstGeom>
        <a:solidFill>
          <a:schemeClr val="accent2">
            <a:hueOff val="1431914"/>
            <a:satOff val="-4110"/>
            <a:lumOff val="-6580"/>
            <a:alphaOff val="0"/>
          </a:schemeClr>
        </a:solidFill>
        <a:ln w="19050" cap="flat" cmpd="sng" algn="ctr">
          <a:solidFill>
            <a:schemeClr val="accent2">
              <a:hueOff val="1431914"/>
              <a:satOff val="-4110"/>
              <a:lumOff val="-65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2</a:t>
          </a:r>
        </a:p>
      </dsp:txBody>
      <dsp:txXfrm>
        <a:off x="2828231" y="1004370"/>
        <a:ext cx="577932" cy="577932"/>
      </dsp:txXfrm>
    </dsp:sp>
    <dsp:sp modelId="{B8FC5BD7-06E2-4415-A6B8-724E471120E1}">
      <dsp:nvSpPr>
        <dsp:cNvPr id="0" name=""/>
        <dsp:cNvSpPr/>
      </dsp:nvSpPr>
      <dsp:spPr>
        <a:xfrm>
          <a:off x="2144196" y="3336567"/>
          <a:ext cx="1946002" cy="72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B109CE-EF2F-452B-AB0D-A9DFD35B040B}">
      <dsp:nvSpPr>
        <dsp:cNvPr id="0" name=""/>
        <dsp:cNvSpPr/>
      </dsp:nvSpPr>
      <dsp:spPr>
        <a:xfrm>
          <a:off x="4284798" y="612236"/>
          <a:ext cx="1946002" cy="2724403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Prevent duplicates.</a:t>
          </a:r>
        </a:p>
      </dsp:txBody>
      <dsp:txXfrm>
        <a:off x="4284798" y="1647509"/>
        <a:ext cx="1946002" cy="1634641"/>
      </dsp:txXfrm>
    </dsp:sp>
    <dsp:sp modelId="{41DB76B3-6626-4782-ADAC-8A17D90575EA}">
      <dsp:nvSpPr>
        <dsp:cNvPr id="0" name=""/>
        <dsp:cNvSpPr/>
      </dsp:nvSpPr>
      <dsp:spPr>
        <a:xfrm>
          <a:off x="4849139" y="884676"/>
          <a:ext cx="817320" cy="817320"/>
        </a:xfrm>
        <a:prstGeom prst="ellipse">
          <a:avLst/>
        </a:prstGeom>
        <a:solidFill>
          <a:schemeClr val="accent2">
            <a:hueOff val="2863828"/>
            <a:satOff val="-8219"/>
            <a:lumOff val="-13160"/>
            <a:alphaOff val="0"/>
          </a:schemeClr>
        </a:solidFill>
        <a:ln w="19050" cap="flat" cmpd="sng" algn="ctr">
          <a:solidFill>
            <a:schemeClr val="accent2">
              <a:hueOff val="2863828"/>
              <a:satOff val="-8219"/>
              <a:lumOff val="-131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3</a:t>
          </a:r>
        </a:p>
      </dsp:txBody>
      <dsp:txXfrm>
        <a:off x="4968833" y="1004370"/>
        <a:ext cx="577932" cy="577932"/>
      </dsp:txXfrm>
    </dsp:sp>
    <dsp:sp modelId="{D4B7A922-AB68-4ADC-900D-7D86B3A41F6C}">
      <dsp:nvSpPr>
        <dsp:cNvPr id="0" name=""/>
        <dsp:cNvSpPr/>
      </dsp:nvSpPr>
      <dsp:spPr>
        <a:xfrm>
          <a:off x="4284798" y="3336567"/>
          <a:ext cx="1946002" cy="72"/>
        </a:xfrm>
        <a:prstGeom prst="rect">
          <a:avLst/>
        </a:prstGeom>
        <a:solidFill>
          <a:schemeClr val="accent2">
            <a:hueOff val="3579786"/>
            <a:satOff val="-10274"/>
            <a:lumOff val="-16449"/>
            <a:alphaOff val="0"/>
          </a:schemeClr>
        </a:solidFill>
        <a:ln w="19050" cap="flat" cmpd="sng" algn="ctr">
          <a:solidFill>
            <a:schemeClr val="accent2">
              <a:hueOff val="3579786"/>
              <a:satOff val="-10274"/>
              <a:lumOff val="-164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E97A5A-42D1-44D7-AAE1-83DA7E6A935C}">
      <dsp:nvSpPr>
        <dsp:cNvPr id="0" name=""/>
        <dsp:cNvSpPr/>
      </dsp:nvSpPr>
      <dsp:spPr>
        <a:xfrm>
          <a:off x="6425401" y="612236"/>
          <a:ext cx="1946002" cy="2724403"/>
        </a:xfrm>
        <a:prstGeom prst="rect">
          <a:avLst/>
        </a:prstGeom>
        <a:solidFill>
          <a:schemeClr val="accent2">
            <a:tint val="40000"/>
            <a:alpha val="90000"/>
            <a:hueOff val="5051039"/>
            <a:satOff val="-46674"/>
            <a:lumOff val="-526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051039"/>
              <a:satOff val="-46674"/>
              <a:lumOff val="-52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Store attendance. </a:t>
          </a:r>
        </a:p>
      </dsp:txBody>
      <dsp:txXfrm>
        <a:off x="6425401" y="1647509"/>
        <a:ext cx="1946002" cy="1634641"/>
      </dsp:txXfrm>
    </dsp:sp>
    <dsp:sp modelId="{D10468A5-8DD7-449C-9828-524CEA72904C}">
      <dsp:nvSpPr>
        <dsp:cNvPr id="0" name=""/>
        <dsp:cNvSpPr/>
      </dsp:nvSpPr>
      <dsp:spPr>
        <a:xfrm>
          <a:off x="6989741" y="884676"/>
          <a:ext cx="817320" cy="817320"/>
        </a:xfrm>
        <a:prstGeom prst="ellips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4</a:t>
          </a:r>
        </a:p>
      </dsp:txBody>
      <dsp:txXfrm>
        <a:off x="7109435" y="1004370"/>
        <a:ext cx="577932" cy="577932"/>
      </dsp:txXfrm>
    </dsp:sp>
    <dsp:sp modelId="{95225371-F6C5-467C-B0ED-C37FFE8B904D}">
      <dsp:nvSpPr>
        <dsp:cNvPr id="0" name=""/>
        <dsp:cNvSpPr/>
      </dsp:nvSpPr>
      <dsp:spPr>
        <a:xfrm>
          <a:off x="6425401" y="3336567"/>
          <a:ext cx="1946002" cy="72"/>
        </a:xfrm>
        <a:prstGeom prst="rect">
          <a:avLst/>
        </a:prstGeom>
        <a:solidFill>
          <a:schemeClr val="accent2">
            <a:hueOff val="5011700"/>
            <a:satOff val="-14383"/>
            <a:lumOff val="-23029"/>
            <a:alphaOff val="0"/>
          </a:schemeClr>
        </a:solidFill>
        <a:ln w="19050" cap="flat" cmpd="sng" algn="ctr">
          <a:solidFill>
            <a:schemeClr val="accent2">
              <a:hueOff val="5011700"/>
              <a:satOff val="-14383"/>
              <a:lumOff val="-23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3EAC0-6BDB-4C84-899B-F5E57C904EE2}">
      <dsp:nvSpPr>
        <dsp:cNvPr id="0" name=""/>
        <dsp:cNvSpPr/>
      </dsp:nvSpPr>
      <dsp:spPr>
        <a:xfrm>
          <a:off x="8566003" y="612236"/>
          <a:ext cx="1946002" cy="2724403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718" tIns="330200" rIns="15171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Generate reports and export data.</a:t>
          </a:r>
        </a:p>
      </dsp:txBody>
      <dsp:txXfrm>
        <a:off x="8566003" y="1647509"/>
        <a:ext cx="1946002" cy="1634641"/>
      </dsp:txXfrm>
    </dsp:sp>
    <dsp:sp modelId="{ED1ADA04-A25B-45A1-B224-FF5A342C4D54}">
      <dsp:nvSpPr>
        <dsp:cNvPr id="0" name=""/>
        <dsp:cNvSpPr/>
      </dsp:nvSpPr>
      <dsp:spPr>
        <a:xfrm>
          <a:off x="9130344" y="884676"/>
          <a:ext cx="817320" cy="817320"/>
        </a:xfrm>
        <a:prstGeom prst="ellipse">
          <a:avLst/>
        </a:prstGeom>
        <a:solidFill>
          <a:schemeClr val="accent2">
            <a:hueOff val="5727657"/>
            <a:satOff val="-16438"/>
            <a:lumOff val="-26319"/>
            <a:alphaOff val="0"/>
          </a:schemeClr>
        </a:solidFill>
        <a:ln w="19050" cap="flat" cmpd="sng" algn="ctr">
          <a:solidFill>
            <a:schemeClr val="accent2">
              <a:hueOff val="5727657"/>
              <a:satOff val="-16438"/>
              <a:lumOff val="-263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722" tIns="12700" rIns="63722" bIns="1270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5</a:t>
          </a:r>
        </a:p>
      </dsp:txBody>
      <dsp:txXfrm>
        <a:off x="9250038" y="1004370"/>
        <a:ext cx="577932" cy="577932"/>
      </dsp:txXfrm>
    </dsp:sp>
    <dsp:sp modelId="{C2740725-A506-4447-BEA8-3DB10D82F104}">
      <dsp:nvSpPr>
        <dsp:cNvPr id="0" name=""/>
        <dsp:cNvSpPr/>
      </dsp:nvSpPr>
      <dsp:spPr>
        <a:xfrm>
          <a:off x="8566003" y="3336567"/>
          <a:ext cx="1946002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shorts/gL6NudUi1F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609FF9A-4FCE-468E-A86A-C9AB525E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1E12D4-3A88-428D-8E5E-AF1AFD92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 descr="Red raspberries in yogurt">
            <a:extLst>
              <a:ext uri="{FF2B5EF4-FFF2-40B4-BE49-F238E27FC236}">
                <a16:creationId xmlns:a16="http://schemas.microsoft.com/office/drawing/2014/main" id="{6977BD1E-8177-71D0-E8B9-3AFC83D257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0790" r="-2" b="4813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914402"/>
            <a:ext cx="10515600" cy="2985923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  <a:latin typeface="Aptos"/>
              </a:rPr>
              <a:t>Raspberry Pi Development</a:t>
            </a:r>
            <a:endParaRPr lang="en-US" sz="5200">
              <a:solidFill>
                <a:srgbClr val="FFFFFF"/>
              </a:solidFill>
            </a:endParaRPr>
          </a:p>
          <a:p>
            <a:endParaRPr lang="en-US" sz="520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4072040"/>
            <a:ext cx="10515600" cy="13843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By Lewis and Victor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CD28C7-DC3E-1929-46AA-05B920D3D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Introd</a:t>
            </a:r>
            <a:r>
              <a:rPr lang="en-US">
                <a:solidFill>
                  <a:schemeClr val="bg1"/>
                </a:solidFill>
                <a:latin typeface="Aptos Display"/>
              </a:rPr>
              <a:t>uction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F17A16-6C2B-238C-4822-12CB36C1E2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0182191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6837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1E1167E-1048-15F2-690B-97E800DFB67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6748" r="-2" b="885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75A2B0-8A2D-8F24-E8FE-776DF959B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Objectives</a:t>
            </a:r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482FB9-C01B-C857-0E12-AF56C52FB7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765545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141948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66B6FA-5ACC-6A48-735A-D468A54D8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Functional Requirements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ABF8A9-9355-1DED-F90F-FFF9CE25EC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5071694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832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B34D9-4718-C056-B8A3-2CF17E555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</a:rPr>
              <a:t>Non-Functional Requirements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C136B-85A2-321C-50E9-43E15C13E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Reliable. </a:t>
            </a: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Secure.</a:t>
            </a: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Accessible.</a:t>
            </a: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Responsive.</a:t>
            </a:r>
          </a:p>
          <a:p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easy to maintain.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36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7BBF90-CAA6-1C83-AB58-5E65A01A8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Neon Colored Gadgets">
            <a:extLst>
              <a:ext uri="{FF2B5EF4-FFF2-40B4-BE49-F238E27FC236}">
                <a16:creationId xmlns:a16="http://schemas.microsoft.com/office/drawing/2014/main" id="{B3CA29BD-1240-A99F-2BC4-02FB55F5B8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94" r="31276" b="8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2F9F8C-EB83-3E9B-C174-9C0FA75B2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/>
              <a:t>Hardware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EE02E-31D6-C029-AB88-FAD66FEEB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Raspberry Pi 4+, monitor, keyboard, mouse, network connection.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822977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ight red bundle raspberries">
            <a:extLst>
              <a:ext uri="{FF2B5EF4-FFF2-40B4-BE49-F238E27FC236}">
                <a16:creationId xmlns:a16="http://schemas.microsoft.com/office/drawing/2014/main" id="{9C5C2E13-13DA-4D52-1D07-A5A46A97B3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95" r="23723" b="-2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649924-AA70-4049-78F9-6CF478F5B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/>
              <a:t>So, in TLDR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F4F8F-F342-6B9F-9F7A-62BE0D7D4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400"/>
              <a:t>Using Raspberry Pi I need to make a self-service kiosk system that will allow for attendees of NGC to check into something that they have already booked for somewhere online.</a:t>
            </a:r>
          </a:p>
          <a:p>
            <a:endParaRPr lang="en-US" sz="1400"/>
          </a:p>
          <a:p>
            <a:r>
              <a:rPr lang="en-US" sz="1400"/>
              <a:t>So, what I'm thinking is that I need to know how raspberry pi's work and how I can configure them to run python securely and in full screen mode.</a:t>
            </a:r>
          </a:p>
          <a:p>
            <a:endParaRPr lang="en-US" sz="1400"/>
          </a:p>
          <a:p>
            <a:r>
              <a:rPr lang="en-US" sz="1400">
                <a:highlight>
                  <a:srgbClr val="FFFFFF"/>
                </a:highlight>
                <a:ea typeface="+mn-lt"/>
                <a:cs typeface="+mn-lt"/>
              </a:rPr>
              <a:t>Key terms: Raspberry Pi OS, SSH Access, Auto start application on boot, Kiosk/Fullscreen mode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626117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7E4AF5-5CB4-B93F-C6CF-69E678AFF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Kiosk Script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2EA84-DA62-F185-FE14-D860B4059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We need a kiosk script first that can run on PI, this script must be an existing solution that can be adaptable because I don’t really want to waste much time and effort on this since it is a side project with the class of sorts.</a:t>
            </a:r>
          </a:p>
          <a:p>
            <a:endParaRPr lang="en-US" sz="240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In the </a:t>
            </a:r>
            <a:r>
              <a:rPr lang="en-US" sz="2400">
                <a:solidFill>
                  <a:schemeClr val="bg1"/>
                </a:solidFill>
              </a:rPr>
              <a:t>meantime,</a:t>
            </a:r>
            <a:r>
              <a:rPr lang="en-US" sz="2400" dirty="0">
                <a:solidFill>
                  <a:schemeClr val="bg1"/>
                </a:solidFill>
              </a:rPr>
              <a:t> I will be learning how to configure the PI and make it full screen and what not.</a:t>
            </a:r>
          </a:p>
        </p:txBody>
      </p:sp>
    </p:spTree>
    <p:extLst>
      <p:ext uri="{BB962C8B-B14F-4D97-AF65-F5344CB8AC3E}">
        <p14:creationId xmlns:p14="http://schemas.microsoft.com/office/powerpoint/2010/main" val="2439941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FE578-816C-FAC7-2EEF-7DEBD90FA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Initial-Setup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8A68-5BEF-ADAE-FBEF-0197D221E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hlinkClick r:id="rId2"/>
              </a:rPr>
              <a:t>https://www.youtube.com/shorts/gL6NudUi1F0</a:t>
            </a:r>
            <a:endParaRPr lang="en-GB"/>
          </a:p>
          <a:p>
            <a:endParaRPr lang="en-GB" dirty="0"/>
          </a:p>
          <a:p>
            <a:r>
              <a:rPr lang="en-GB"/>
              <a:t>Skip to 0:47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111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Raspberry Pi Development </vt:lpstr>
      <vt:lpstr>Introduction</vt:lpstr>
      <vt:lpstr>Objectives</vt:lpstr>
      <vt:lpstr>Functional Requirements</vt:lpstr>
      <vt:lpstr>Non-Functional Requirements</vt:lpstr>
      <vt:lpstr>Hardware Requirements</vt:lpstr>
      <vt:lpstr>So, in TLDR</vt:lpstr>
      <vt:lpstr>Kiosk Script</vt:lpstr>
      <vt:lpstr>Initial-Setup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11</cp:revision>
  <dcterms:created xsi:type="dcterms:W3CDTF">2026-10-13T09:11:09Z</dcterms:created>
  <dcterms:modified xsi:type="dcterms:W3CDTF">2026-10-19T13:01:01Z</dcterms:modified>
</cp:coreProperties>
</file>